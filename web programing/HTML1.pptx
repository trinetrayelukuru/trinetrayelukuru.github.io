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86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hlink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hlink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1523" y="6223"/>
            <a:ext cx="10740009" cy="1364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2957" y="1557299"/>
            <a:ext cx="10886084" cy="3866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hlink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google.com/" TargetMode="Externa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mailto:crdhivyait@gmail.com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jp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html5-video/" TargetMode="External"/><Relationship Id="rId2" Type="http://schemas.openxmlformats.org/officeDocument/2006/relationships/hyperlink" Target="https://www.geeksforgeeks.org/html5-audio/" TargetMode="Externa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html-controls-attribute/" TargetMode="External"/><Relationship Id="rId7" Type="http://schemas.openxmlformats.org/officeDocument/2006/relationships/hyperlink" Target="https://www.geeksforgeeks.org/html-muted-attribute/" TargetMode="External"/><Relationship Id="rId2" Type="http://schemas.openxmlformats.org/officeDocument/2006/relationships/hyperlink" Target="https://www.geeksforgeeks.org/html5-audio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html-src-attribute/" TargetMode="External"/><Relationship Id="rId5" Type="http://schemas.openxmlformats.org/officeDocument/2006/relationships/hyperlink" Target="https://www.geeksforgeeks.org/html-loop-attribute/" TargetMode="External"/><Relationship Id="rId4" Type="http://schemas.openxmlformats.org/officeDocument/2006/relationships/hyperlink" Target="https://www.geeksforgeeks.org/html-autoplay-attribute/" TargetMode="Externa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www.geeksforgeeks.org/html5-audio/" TargetMode="External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html-video-autoplay-attribute/" TargetMode="External"/><Relationship Id="rId2" Type="http://schemas.openxmlformats.org/officeDocument/2006/relationships/hyperlink" Target="https://www.geeksforgeeks.org/html5-audio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eeksforgeeks.org/html-video-loop-attribute/" TargetMode="External"/><Relationship Id="rId4" Type="http://schemas.openxmlformats.org/officeDocument/2006/relationships/hyperlink" Target="https://www.geeksforgeeks.org/html-video-preload-attribute/" TargetMode="Externa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html-video-width-attribute/" TargetMode="External"/><Relationship Id="rId7" Type="http://schemas.openxmlformats.org/officeDocument/2006/relationships/hyperlink" Target="https://www.geeksforgeeks.org/html-video-src-attribute/" TargetMode="External"/><Relationship Id="rId2" Type="http://schemas.openxmlformats.org/officeDocument/2006/relationships/hyperlink" Target="https://www.geeksforgeeks.org/html-video-height-attribute-2/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geeksforgeeks.org/html-video-poster-attribute/" TargetMode="External"/><Relationship Id="rId5" Type="http://schemas.openxmlformats.org/officeDocument/2006/relationships/hyperlink" Target="https://www.geeksforgeeks.org/html-video-muted-attribute/" TargetMode="External"/><Relationship Id="rId4" Type="http://schemas.openxmlformats.org/officeDocument/2006/relationships/hyperlink" Target="https://www.geeksforgeeks.org/html-video-controls-attribute/" TargetMode="Externa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hyperlink" Target="http://www.worldwildlife.org/who/index.html" TargetMode="External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hyperlink" Target="mailto:deitel@deitel.com" TargetMode="External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1523" y="6223"/>
            <a:ext cx="10740009" cy="1307614"/>
          </a:xfrm>
          <a:prstGeom prst="rect">
            <a:avLst/>
          </a:prstGeom>
        </p:spPr>
        <p:txBody>
          <a:bodyPr vert="horz" wrap="square" lIns="0" tIns="624408" rIns="0" bIns="0" rtlCol="0">
            <a:spAutoFit/>
          </a:bodyPr>
          <a:lstStyle/>
          <a:p>
            <a:pPr marL="527685">
              <a:lnSpc>
                <a:spcPct val="100000"/>
              </a:lnSpc>
              <a:spcBef>
                <a:spcPts val="105"/>
              </a:spcBef>
            </a:pPr>
            <a:r>
              <a:rPr sz="4400" b="1" spc="-10" dirty="0">
                <a:latin typeface="Cambria" panose="02040503050406030204" pitchFamily="18" charset="0"/>
                <a:ea typeface="Cambria" panose="02040503050406030204" pitchFamily="18" charset="0"/>
              </a:rPr>
              <a:t>Contents</a:t>
            </a:r>
            <a:endParaRPr sz="4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69643"/>
            <a:ext cx="10357485" cy="258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HTML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 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Tags,  Structure,</a:t>
            </a:r>
            <a:r>
              <a:rPr sz="2800" spc="5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 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HTML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 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Coding  Conventions</a:t>
            </a:r>
            <a:r>
              <a:rPr sz="2800" spc="5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 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-  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Block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Elements,</a:t>
            </a:r>
            <a:r>
              <a:rPr sz="2800" spc="105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Text</a:t>
            </a:r>
            <a:r>
              <a:rPr sz="2800" spc="105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Elements,</a:t>
            </a:r>
            <a:r>
              <a:rPr sz="2800" spc="11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Code-</a:t>
            </a:r>
            <a:r>
              <a:rPr sz="2800" spc="105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Related</a:t>
            </a:r>
            <a:r>
              <a:rPr sz="2800" spc="105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Elements,</a:t>
            </a:r>
            <a:r>
              <a:rPr sz="2800" spc="105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 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Character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References</a:t>
            </a:r>
            <a:r>
              <a:rPr sz="2800" spc="33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 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-</a:t>
            </a:r>
            <a:r>
              <a:rPr sz="2800" spc="33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 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Lists,</a:t>
            </a:r>
            <a:r>
              <a:rPr sz="2800" spc="335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 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Images,</a:t>
            </a:r>
            <a:r>
              <a:rPr sz="2800" spc="34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 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section,</a:t>
            </a:r>
            <a:r>
              <a:rPr sz="2800" spc="34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 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article,</a:t>
            </a:r>
            <a:r>
              <a:rPr sz="2800" spc="345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 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and</a:t>
            </a:r>
            <a:r>
              <a:rPr sz="2800" spc="33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  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aside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Elements</a:t>
            </a:r>
            <a:r>
              <a:rPr sz="2800" spc="-6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-</a:t>
            </a:r>
            <a:r>
              <a:rPr sz="2800" spc="-8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nav</a:t>
            </a:r>
            <a:r>
              <a:rPr sz="2800" spc="-6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and</a:t>
            </a:r>
            <a:r>
              <a:rPr sz="2800" spc="-5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a</a:t>
            </a:r>
            <a:r>
              <a:rPr sz="2800" spc="-55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Elements</a:t>
            </a:r>
            <a:r>
              <a:rPr sz="2800" spc="-65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-</a:t>
            </a:r>
            <a:r>
              <a:rPr sz="2800" spc="-65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header</a:t>
            </a:r>
            <a:r>
              <a:rPr sz="2800" spc="-4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and</a:t>
            </a:r>
            <a:r>
              <a:rPr sz="2800" spc="-55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footer</a:t>
            </a:r>
            <a:r>
              <a:rPr sz="2800" spc="-4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 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Comic Sans MS"/>
              </a:rPr>
              <a:t>Elements.</a:t>
            </a:r>
            <a:endParaRPr sz="2800">
              <a:latin typeface="Cambria" panose="02040503050406030204" pitchFamily="18" charset="0"/>
              <a:ea typeface="Cambria" panose="02040503050406030204" pitchFamily="18" charset="0"/>
              <a:cs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1523" y="6223"/>
            <a:ext cx="11257077" cy="859209"/>
          </a:xfrm>
          <a:prstGeom prst="rect">
            <a:avLst/>
          </a:prstGeom>
        </p:spPr>
        <p:txBody>
          <a:bodyPr vert="horz" wrap="square" lIns="0" tIns="363219" rIns="0" bIns="0" rtlCol="0">
            <a:spAutoFit/>
          </a:bodyPr>
          <a:lstStyle/>
          <a:p>
            <a:pPr marL="73279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Rockwell" panose="02060603020205020403" pitchFamily="18" charset="0"/>
              </a:rPr>
              <a:t>HTML</a:t>
            </a:r>
            <a:r>
              <a:rPr sz="3200" b="1" spc="-15" dirty="0">
                <a:latin typeface="Rockwell" panose="02060603020205020403" pitchFamily="18" charset="0"/>
              </a:rPr>
              <a:t> </a:t>
            </a:r>
            <a:r>
              <a:rPr sz="3200" b="1" dirty="0">
                <a:latin typeface="Rockwell" panose="02060603020205020403" pitchFamily="18" charset="0"/>
              </a:rPr>
              <a:t>Tags,</a:t>
            </a:r>
            <a:r>
              <a:rPr sz="3200" b="1" spc="-25" dirty="0">
                <a:latin typeface="Rockwell" panose="02060603020205020403" pitchFamily="18" charset="0"/>
              </a:rPr>
              <a:t> </a:t>
            </a:r>
            <a:r>
              <a:rPr sz="3200" b="1" dirty="0">
                <a:latin typeface="Rockwell" panose="02060603020205020403" pitchFamily="18" charset="0"/>
              </a:rPr>
              <a:t>Structure,</a:t>
            </a:r>
            <a:r>
              <a:rPr sz="3200" b="1" spc="-10" dirty="0">
                <a:latin typeface="Rockwell" panose="02060603020205020403" pitchFamily="18" charset="0"/>
              </a:rPr>
              <a:t> </a:t>
            </a:r>
            <a:r>
              <a:rPr sz="3200" b="1" dirty="0">
                <a:latin typeface="Rockwell" panose="02060603020205020403" pitchFamily="18" charset="0"/>
              </a:rPr>
              <a:t>HTML</a:t>
            </a:r>
            <a:r>
              <a:rPr sz="3200" b="1" spc="-30" dirty="0">
                <a:latin typeface="Rockwell" panose="02060603020205020403" pitchFamily="18" charset="0"/>
              </a:rPr>
              <a:t> </a:t>
            </a:r>
            <a:r>
              <a:rPr sz="3200" b="1" dirty="0">
                <a:latin typeface="Rockwell" panose="02060603020205020403" pitchFamily="18" charset="0"/>
              </a:rPr>
              <a:t>Coding</a:t>
            </a:r>
            <a:r>
              <a:rPr sz="3200" b="1" spc="-30" dirty="0">
                <a:latin typeface="Rockwell" panose="02060603020205020403" pitchFamily="18" charset="0"/>
              </a:rPr>
              <a:t> </a:t>
            </a:r>
            <a:r>
              <a:rPr sz="3200" b="1" spc="-10" dirty="0">
                <a:latin typeface="Rockwell" panose="02060603020205020403" pitchFamily="18" charset="0"/>
              </a:rPr>
              <a:t>Conventions</a:t>
            </a:r>
            <a:endParaRPr sz="3200" dirty="0">
              <a:latin typeface="Rockwell" panose="02060603020205020403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3010" y="1407667"/>
            <a:ext cx="9237980" cy="4736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Tahoma"/>
              <a:buChar char="•"/>
              <a:tabLst>
                <a:tab pos="240665" algn="l"/>
              </a:tabLst>
            </a:pPr>
            <a:r>
              <a:rPr sz="2200" dirty="0">
                <a:latin typeface="Rockwell" panose="02060603020205020403" pitchFamily="18" charset="0"/>
                <a:cs typeface="Comic Sans MS"/>
              </a:rPr>
              <a:t>To</a:t>
            </a:r>
            <a:r>
              <a:rPr sz="2200" spc="-3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Create</a:t>
            </a:r>
            <a:r>
              <a:rPr sz="2200" spc="-3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Web</a:t>
            </a:r>
            <a:r>
              <a:rPr sz="2200" spc="-2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spc="-10" dirty="0">
                <a:latin typeface="Rockwell" panose="02060603020205020403" pitchFamily="18" charset="0"/>
                <a:cs typeface="Comic Sans MS"/>
              </a:rPr>
              <a:t>pages.</a:t>
            </a:r>
            <a:endParaRPr sz="2200" dirty="0">
              <a:latin typeface="Rockwell" panose="02060603020205020403" pitchFamily="18" charset="0"/>
              <a:cs typeface="Comic Sans MS"/>
            </a:endParaRPr>
          </a:p>
          <a:p>
            <a:pPr marL="240665" indent="-227965">
              <a:lnSpc>
                <a:spcPct val="100000"/>
              </a:lnSpc>
              <a:spcBef>
                <a:spcPts val="1785"/>
              </a:spcBef>
              <a:buFont typeface="Tahoma"/>
              <a:buChar char="•"/>
              <a:tabLst>
                <a:tab pos="240665" algn="l"/>
              </a:tabLst>
            </a:pPr>
            <a:r>
              <a:rPr sz="2200" dirty="0">
                <a:latin typeface="Rockwell" panose="02060603020205020403" pitchFamily="18" charset="0"/>
                <a:cs typeface="Comic Sans MS"/>
              </a:rPr>
              <a:t>Uses</a:t>
            </a:r>
            <a:r>
              <a:rPr sz="2200" spc="-3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tags,</a:t>
            </a:r>
            <a:r>
              <a:rPr sz="2200" spc="-3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to</a:t>
            </a:r>
            <a:r>
              <a:rPr sz="2200" spc="-5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tell</a:t>
            </a:r>
            <a:r>
              <a:rPr sz="2200" spc="-4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the</a:t>
            </a:r>
            <a:r>
              <a:rPr sz="2200" spc="-4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Web</a:t>
            </a:r>
            <a:r>
              <a:rPr sz="2200" spc="-4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browser</a:t>
            </a:r>
            <a:r>
              <a:rPr sz="2200" spc="-3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software</a:t>
            </a:r>
            <a:r>
              <a:rPr sz="2200" spc="-2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how</a:t>
            </a:r>
            <a:r>
              <a:rPr sz="2200" spc="-3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to</a:t>
            </a:r>
            <a:r>
              <a:rPr sz="2200" spc="-4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display</a:t>
            </a:r>
            <a:r>
              <a:rPr sz="2200" spc="-3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the</a:t>
            </a:r>
            <a:r>
              <a:rPr sz="2200" spc="-4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spc="-20" dirty="0">
                <a:latin typeface="Rockwell" panose="02060603020205020403" pitchFamily="18" charset="0"/>
                <a:cs typeface="Comic Sans MS"/>
              </a:rPr>
              <a:t>text</a:t>
            </a:r>
            <a:endParaRPr sz="2200" dirty="0">
              <a:latin typeface="Rockwell" panose="02060603020205020403" pitchFamily="18" charset="0"/>
              <a:cs typeface="Comic Sans MS"/>
            </a:endParaRPr>
          </a:p>
          <a:p>
            <a:pPr marL="241300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latin typeface="Rockwell" panose="02060603020205020403" pitchFamily="18" charset="0"/>
                <a:cs typeface="Comic Sans MS"/>
              </a:rPr>
              <a:t>contained</a:t>
            </a:r>
            <a:r>
              <a:rPr sz="2200" spc="-6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in</a:t>
            </a:r>
            <a:r>
              <a:rPr sz="2200" spc="-6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the</a:t>
            </a:r>
            <a:r>
              <a:rPr sz="2200" spc="-5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spc="-10" dirty="0">
                <a:latin typeface="Rockwell" panose="02060603020205020403" pitchFamily="18" charset="0"/>
                <a:cs typeface="Comic Sans MS"/>
              </a:rPr>
              <a:t>document</a:t>
            </a:r>
            <a:endParaRPr sz="2200" dirty="0">
              <a:latin typeface="Rockwell" panose="02060603020205020403" pitchFamily="18" charset="0"/>
              <a:cs typeface="Comic Sans MS"/>
            </a:endParaRPr>
          </a:p>
          <a:p>
            <a:pPr marL="240665" indent="-227965">
              <a:lnSpc>
                <a:spcPct val="100000"/>
              </a:lnSpc>
              <a:spcBef>
                <a:spcPts val="1789"/>
              </a:spcBef>
              <a:buFont typeface="Tahoma"/>
              <a:buChar char="•"/>
              <a:tabLst>
                <a:tab pos="240665" algn="l"/>
              </a:tabLst>
            </a:pPr>
            <a:r>
              <a:rPr sz="220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HTML</a:t>
            </a:r>
            <a:r>
              <a:rPr sz="2200" spc="-5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tags</a:t>
            </a:r>
            <a:r>
              <a:rPr sz="2200" spc="-4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are</a:t>
            </a:r>
            <a:r>
              <a:rPr sz="2200" spc="-4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not</a:t>
            </a:r>
            <a:r>
              <a:rPr sz="2200" spc="-4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case</a:t>
            </a:r>
            <a:r>
              <a:rPr sz="2200" spc="-45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sensitive</a:t>
            </a:r>
            <a:endParaRPr sz="2200" dirty="0">
              <a:latin typeface="Rockwell" panose="02060603020205020403" pitchFamily="18" charset="0"/>
              <a:cs typeface="Comic Sans MS"/>
            </a:endParaRPr>
          </a:p>
          <a:p>
            <a:pPr marL="240665" indent="-227965">
              <a:lnSpc>
                <a:spcPct val="100000"/>
              </a:lnSpc>
              <a:spcBef>
                <a:spcPts val="1800"/>
              </a:spcBef>
              <a:buFont typeface="Tahoma"/>
              <a:buChar char="•"/>
              <a:tabLst>
                <a:tab pos="240665" algn="l"/>
              </a:tabLst>
            </a:pPr>
            <a:r>
              <a:rPr sz="2200" dirty="0">
                <a:latin typeface="Rockwell" panose="02060603020205020403" pitchFamily="18" charset="0"/>
                <a:cs typeface="Comic Sans MS"/>
              </a:rPr>
              <a:t>HTML</a:t>
            </a:r>
            <a:r>
              <a:rPr sz="2200" spc="-6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documents</a:t>
            </a:r>
            <a:r>
              <a:rPr sz="2200" spc="-2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are</a:t>
            </a:r>
            <a:r>
              <a:rPr sz="2200" spc="-6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described</a:t>
            </a:r>
            <a:r>
              <a:rPr sz="2200" spc="-6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by</a:t>
            </a:r>
            <a:r>
              <a:rPr sz="2200" spc="-5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HTML</a:t>
            </a:r>
            <a:r>
              <a:rPr sz="2200" spc="-6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spc="-20" dirty="0">
                <a:latin typeface="Rockwell" panose="02060603020205020403" pitchFamily="18" charset="0"/>
                <a:cs typeface="Comic Sans MS"/>
              </a:rPr>
              <a:t>tags</a:t>
            </a:r>
            <a:endParaRPr sz="2200" dirty="0">
              <a:latin typeface="Rockwell" panose="02060603020205020403" pitchFamily="18" charset="0"/>
              <a:cs typeface="Comic Sans MS"/>
            </a:endParaRPr>
          </a:p>
          <a:p>
            <a:pPr marL="240665" indent="-227965">
              <a:lnSpc>
                <a:spcPct val="100000"/>
              </a:lnSpc>
              <a:spcBef>
                <a:spcPts val="1789"/>
              </a:spcBef>
              <a:buFont typeface="Tahoma"/>
              <a:buChar char="•"/>
              <a:tabLst>
                <a:tab pos="240665" algn="l"/>
              </a:tabLst>
            </a:pPr>
            <a:r>
              <a:rPr sz="2200" dirty="0">
                <a:latin typeface="Rockwell" panose="02060603020205020403" pitchFamily="18" charset="0"/>
                <a:cs typeface="Comic Sans MS"/>
              </a:rPr>
              <a:t>File</a:t>
            </a:r>
            <a:r>
              <a:rPr sz="2200" spc="-5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Extension:</a:t>
            </a:r>
            <a:r>
              <a:rPr sz="2200" spc="-2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.html,</a:t>
            </a:r>
            <a:r>
              <a:rPr sz="2200" spc="-4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.htm,</a:t>
            </a:r>
            <a:r>
              <a:rPr sz="2200" spc="-3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spc="-10" dirty="0">
                <a:latin typeface="Rockwell" panose="02060603020205020403" pitchFamily="18" charset="0"/>
                <a:cs typeface="Comic Sans MS"/>
              </a:rPr>
              <a:t>.xhtml</a:t>
            </a:r>
            <a:endParaRPr sz="2200" dirty="0">
              <a:latin typeface="Rockwell" panose="02060603020205020403" pitchFamily="18" charset="0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sz="2200" b="1" spc="-10" dirty="0">
                <a:latin typeface="Rockwell" panose="02060603020205020403" pitchFamily="18" charset="0"/>
                <a:cs typeface="Comic Sans MS"/>
              </a:rPr>
              <a:t>Tools:</a:t>
            </a:r>
            <a:endParaRPr sz="2200" dirty="0">
              <a:latin typeface="Rockwell" panose="02060603020205020403" pitchFamily="18" charset="0"/>
              <a:cs typeface="Comic Sans MS"/>
            </a:endParaRPr>
          </a:p>
          <a:p>
            <a:pPr marL="240665" indent="-227965">
              <a:lnSpc>
                <a:spcPct val="100000"/>
              </a:lnSpc>
              <a:spcBef>
                <a:spcPts val="1800"/>
              </a:spcBef>
              <a:buFont typeface="Tahoma"/>
              <a:buChar char="•"/>
              <a:tabLst>
                <a:tab pos="240665" algn="l"/>
              </a:tabLst>
            </a:pPr>
            <a:r>
              <a:rPr sz="2200" dirty="0">
                <a:latin typeface="Rockwell" panose="02060603020205020403" pitchFamily="18" charset="0"/>
                <a:cs typeface="Comic Sans MS"/>
              </a:rPr>
              <a:t>Notepad++,</a:t>
            </a:r>
            <a:r>
              <a:rPr sz="2200" spc="-6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Eclipse,</a:t>
            </a:r>
            <a:r>
              <a:rPr sz="2200" spc="-6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Netbeans,Visual</a:t>
            </a:r>
            <a:r>
              <a:rPr sz="2200" spc="-9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spc="-10" dirty="0">
                <a:latin typeface="Rockwell" panose="02060603020205020403" pitchFamily="18" charset="0"/>
                <a:cs typeface="Comic Sans MS"/>
              </a:rPr>
              <a:t>Studio</a:t>
            </a:r>
            <a:endParaRPr sz="2200" dirty="0">
              <a:latin typeface="Rockwell" panose="02060603020205020403" pitchFamily="18" charset="0"/>
              <a:cs typeface="Comic Sans MS"/>
            </a:endParaRPr>
          </a:p>
          <a:p>
            <a:pPr marL="240665" indent="-227965">
              <a:lnSpc>
                <a:spcPct val="100000"/>
              </a:lnSpc>
              <a:spcBef>
                <a:spcPts val="1789"/>
              </a:spcBef>
              <a:buFont typeface="Tahoma"/>
              <a:buChar char="•"/>
              <a:tabLst>
                <a:tab pos="240665" algn="l"/>
              </a:tabLst>
            </a:pPr>
            <a:r>
              <a:rPr sz="2200" dirty="0">
                <a:latin typeface="Rockwell" panose="02060603020205020403" pitchFamily="18" charset="0"/>
                <a:cs typeface="Comic Sans MS"/>
              </a:rPr>
              <a:t>Web</a:t>
            </a:r>
            <a:r>
              <a:rPr sz="2200" spc="-9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Browsers</a:t>
            </a:r>
            <a:r>
              <a:rPr sz="2200" spc="-4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(Internet</a:t>
            </a:r>
            <a:r>
              <a:rPr sz="2200" spc="-8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Explorer,</a:t>
            </a:r>
            <a:r>
              <a:rPr sz="2200" spc="-5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Firefox,</a:t>
            </a:r>
            <a:r>
              <a:rPr sz="2200" spc="-6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Chrome,</a:t>
            </a:r>
            <a:r>
              <a:rPr sz="2200" spc="-5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spc="-10" dirty="0">
                <a:latin typeface="Rockwell" panose="02060603020205020403" pitchFamily="18" charset="0"/>
                <a:cs typeface="Comic Sans MS"/>
              </a:rPr>
              <a:t>etc..)</a:t>
            </a:r>
            <a:endParaRPr sz="2200" dirty="0">
              <a:latin typeface="Rockwell" panose="02060603020205020403" pitchFamily="18" charset="0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967" y="141808"/>
            <a:ext cx="30543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latin typeface="Comic Sans MS"/>
                <a:cs typeface="Comic Sans MS"/>
              </a:rPr>
              <a:t>Introduction</a:t>
            </a:r>
            <a:endParaRPr sz="40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4967" y="1061084"/>
            <a:ext cx="11106785" cy="5321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ckwell" panose="02060603020205020403" pitchFamily="18" charset="0"/>
                <a:cs typeface="Comic Sans MS"/>
              </a:rPr>
              <a:t>•HTML</a:t>
            </a:r>
            <a:r>
              <a:rPr spc="-45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stands</a:t>
            </a:r>
            <a:r>
              <a:rPr spc="-40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for</a:t>
            </a:r>
            <a:r>
              <a:rPr spc="-35" dirty="0">
                <a:latin typeface="Rockwell" panose="02060603020205020403" pitchFamily="18" charset="0"/>
                <a:cs typeface="Comic Sans MS"/>
              </a:rPr>
              <a:t> </a:t>
            </a:r>
            <a:r>
              <a:rPr b="1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Hyper</a:t>
            </a:r>
            <a:r>
              <a:rPr b="1" spc="-55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b="1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Text</a:t>
            </a:r>
            <a:r>
              <a:rPr b="1" spc="-7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b="1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Markup</a:t>
            </a:r>
            <a:r>
              <a:rPr b="1" spc="-6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b="1" spc="-1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Language</a:t>
            </a:r>
            <a:endParaRPr dirty="0">
              <a:latin typeface="Rockwell" panose="02060603020205020403" pitchFamily="18" charset="0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>
                <a:latin typeface="Rockwell" panose="02060603020205020403" pitchFamily="18" charset="0"/>
                <a:cs typeface="Comic Sans MS"/>
              </a:rPr>
              <a:t>•Markup</a:t>
            </a:r>
            <a:r>
              <a:rPr spc="-35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language</a:t>
            </a:r>
            <a:r>
              <a:rPr spc="-70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is</a:t>
            </a:r>
            <a:r>
              <a:rPr spc="-40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language</a:t>
            </a:r>
            <a:r>
              <a:rPr spc="-70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of</a:t>
            </a:r>
            <a:r>
              <a:rPr spc="-45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writing</a:t>
            </a:r>
            <a:r>
              <a:rPr spc="-60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layout</a:t>
            </a:r>
            <a:r>
              <a:rPr spc="-50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information</a:t>
            </a:r>
            <a:r>
              <a:rPr spc="-65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within</a:t>
            </a:r>
            <a:r>
              <a:rPr spc="-55" dirty="0">
                <a:latin typeface="Rockwell" panose="02060603020205020403" pitchFamily="18" charset="0"/>
                <a:cs typeface="Comic Sans MS"/>
              </a:rPr>
              <a:t> </a:t>
            </a:r>
            <a:r>
              <a:rPr spc="-10" dirty="0">
                <a:latin typeface="Rockwell" panose="02060603020205020403" pitchFamily="18" charset="0"/>
                <a:cs typeface="Comic Sans MS"/>
              </a:rPr>
              <a:t>documents</a:t>
            </a:r>
            <a:endParaRPr dirty="0">
              <a:latin typeface="Rockwell" panose="02060603020205020403" pitchFamily="18" charset="0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pc="-10" dirty="0">
                <a:latin typeface="Rockwell" panose="02060603020205020403" pitchFamily="18" charset="0"/>
                <a:cs typeface="Comic Sans MS"/>
              </a:rPr>
              <a:t>•Berners-</a:t>
            </a:r>
            <a:r>
              <a:rPr dirty="0">
                <a:latin typeface="Rockwell" panose="02060603020205020403" pitchFamily="18" charset="0"/>
                <a:cs typeface="Comic Sans MS"/>
              </a:rPr>
              <a:t>lee</a:t>
            </a:r>
            <a:r>
              <a:rPr spc="-35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defined</a:t>
            </a:r>
            <a:r>
              <a:rPr spc="-30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HTML</a:t>
            </a:r>
            <a:r>
              <a:rPr spc="-25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1.0</a:t>
            </a:r>
            <a:r>
              <a:rPr spc="-30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in</a:t>
            </a:r>
            <a:r>
              <a:rPr spc="-25" dirty="0">
                <a:latin typeface="Rockwell" panose="02060603020205020403" pitchFamily="18" charset="0"/>
                <a:cs typeface="Comic Sans MS"/>
              </a:rPr>
              <a:t> </a:t>
            </a:r>
            <a:r>
              <a:rPr b="1" spc="-20" dirty="0">
                <a:latin typeface="Rockwell" panose="02060603020205020403" pitchFamily="18" charset="0"/>
                <a:cs typeface="Comic Sans MS"/>
              </a:rPr>
              <a:t>1990</a:t>
            </a:r>
            <a:endParaRPr dirty="0">
              <a:latin typeface="Rockwell" panose="02060603020205020403" pitchFamily="18" charset="0"/>
              <a:cs typeface="Comic Sans MS"/>
            </a:endParaRPr>
          </a:p>
          <a:p>
            <a:pPr marL="100330" indent="-97155">
              <a:lnSpc>
                <a:spcPct val="100000"/>
              </a:lnSpc>
              <a:spcBef>
                <a:spcPts val="2160"/>
              </a:spcBef>
              <a:buClr>
                <a:srgbClr val="000000"/>
              </a:buClr>
              <a:buSzPct val="94444"/>
              <a:buFont typeface="Comic Sans MS"/>
              <a:buChar char="•"/>
              <a:tabLst>
                <a:tab pos="100330" algn="l"/>
              </a:tabLst>
            </a:pPr>
            <a:r>
              <a:rPr b="1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HTML</a:t>
            </a:r>
            <a:r>
              <a:rPr b="1" spc="-25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b="1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2.0</a:t>
            </a:r>
            <a:r>
              <a:rPr b="1" spc="-35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was</a:t>
            </a:r>
            <a:r>
              <a:rPr spc="-15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released</a:t>
            </a:r>
            <a:r>
              <a:rPr spc="-20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in</a:t>
            </a:r>
            <a:r>
              <a:rPr spc="215" dirty="0">
                <a:latin typeface="Rockwell" panose="02060603020205020403" pitchFamily="18" charset="0"/>
                <a:cs typeface="Comic Sans MS"/>
              </a:rPr>
              <a:t> </a:t>
            </a:r>
            <a:r>
              <a:rPr b="1" spc="-20" dirty="0">
                <a:latin typeface="Rockwell" panose="02060603020205020403" pitchFamily="18" charset="0"/>
                <a:cs typeface="Comic Sans MS"/>
              </a:rPr>
              <a:t>1995</a:t>
            </a:r>
            <a:endParaRPr dirty="0">
              <a:latin typeface="Rockwell" panose="02060603020205020403" pitchFamily="18" charset="0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>
                <a:latin typeface="Rockwell" panose="02060603020205020403" pitchFamily="18" charset="0"/>
                <a:cs typeface="Comic Sans MS"/>
              </a:rPr>
              <a:t>•In</a:t>
            </a:r>
            <a:r>
              <a:rPr spc="-45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January</a:t>
            </a:r>
            <a:r>
              <a:rPr spc="-30" dirty="0">
                <a:latin typeface="Rockwell" panose="02060603020205020403" pitchFamily="18" charset="0"/>
                <a:cs typeface="Comic Sans MS"/>
              </a:rPr>
              <a:t> </a:t>
            </a:r>
            <a:r>
              <a:rPr b="1" dirty="0">
                <a:latin typeface="Rockwell" panose="02060603020205020403" pitchFamily="18" charset="0"/>
                <a:cs typeface="Comic Sans MS"/>
              </a:rPr>
              <a:t>1997,</a:t>
            </a:r>
            <a:r>
              <a:rPr b="1" spc="-270" dirty="0">
                <a:latin typeface="Rockwell" panose="02060603020205020403" pitchFamily="18" charset="0"/>
                <a:cs typeface="Comic Sans MS"/>
              </a:rPr>
              <a:t> </a:t>
            </a:r>
            <a:r>
              <a:rPr b="1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HTML</a:t>
            </a:r>
            <a:r>
              <a:rPr b="1" spc="-35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b="1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3.2</a:t>
            </a:r>
            <a:r>
              <a:rPr b="1" spc="-5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became</a:t>
            </a:r>
            <a:r>
              <a:rPr spc="-20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the</a:t>
            </a:r>
            <a:r>
              <a:rPr spc="-35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official</a:t>
            </a:r>
            <a:r>
              <a:rPr spc="-20" dirty="0">
                <a:latin typeface="Rockwell" panose="02060603020205020403" pitchFamily="18" charset="0"/>
                <a:cs typeface="Comic Sans MS"/>
              </a:rPr>
              <a:t> </a:t>
            </a:r>
            <a:r>
              <a:rPr spc="-10" dirty="0">
                <a:latin typeface="Rockwell" panose="02060603020205020403" pitchFamily="18" charset="0"/>
                <a:cs typeface="Comic Sans MS"/>
              </a:rPr>
              <a:t>standard.</a:t>
            </a:r>
            <a:endParaRPr dirty="0">
              <a:latin typeface="Rockwell" panose="02060603020205020403" pitchFamily="18" charset="0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>
                <a:latin typeface="Rockwell" panose="02060603020205020403" pitchFamily="18" charset="0"/>
                <a:cs typeface="Comic Sans MS"/>
              </a:rPr>
              <a:t>•In</a:t>
            </a:r>
            <a:r>
              <a:rPr spc="-25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December</a:t>
            </a:r>
            <a:r>
              <a:rPr spc="-25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of</a:t>
            </a:r>
            <a:r>
              <a:rPr spc="-10" dirty="0">
                <a:latin typeface="Rockwell" panose="02060603020205020403" pitchFamily="18" charset="0"/>
                <a:cs typeface="Comic Sans MS"/>
              </a:rPr>
              <a:t> </a:t>
            </a:r>
            <a:r>
              <a:rPr b="1" dirty="0">
                <a:latin typeface="Rockwell" panose="02060603020205020403" pitchFamily="18" charset="0"/>
                <a:cs typeface="Comic Sans MS"/>
              </a:rPr>
              <a:t>1997</a:t>
            </a:r>
            <a:r>
              <a:rPr dirty="0">
                <a:latin typeface="Rockwell" panose="02060603020205020403" pitchFamily="18" charset="0"/>
                <a:cs typeface="Comic Sans MS"/>
              </a:rPr>
              <a:t>,</a:t>
            </a:r>
            <a:r>
              <a:rPr spc="-40" dirty="0">
                <a:latin typeface="Rockwell" panose="02060603020205020403" pitchFamily="18" charset="0"/>
                <a:cs typeface="Comic Sans MS"/>
              </a:rPr>
              <a:t> </a:t>
            </a:r>
            <a:r>
              <a:rPr b="1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HTML</a:t>
            </a:r>
            <a:r>
              <a:rPr b="1" spc="-3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b="1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4.0</a:t>
            </a:r>
            <a:r>
              <a:rPr b="1" spc="-45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was</a:t>
            </a:r>
            <a:r>
              <a:rPr spc="-20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published</a:t>
            </a:r>
            <a:r>
              <a:rPr spc="-35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as</a:t>
            </a:r>
            <a:r>
              <a:rPr spc="-20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a</a:t>
            </a:r>
            <a:r>
              <a:rPr spc="-20" dirty="0">
                <a:latin typeface="Rockwell" panose="02060603020205020403" pitchFamily="18" charset="0"/>
                <a:cs typeface="Comic Sans MS"/>
              </a:rPr>
              <a:t> </a:t>
            </a:r>
            <a:r>
              <a:rPr spc="-10" dirty="0">
                <a:latin typeface="Rockwell" panose="02060603020205020403" pitchFamily="18" charset="0"/>
                <a:cs typeface="Comic Sans MS"/>
              </a:rPr>
              <a:t>recommendation</a:t>
            </a:r>
            <a:r>
              <a:rPr spc="-40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by</a:t>
            </a:r>
            <a:r>
              <a:rPr spc="-20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the</a:t>
            </a:r>
            <a:r>
              <a:rPr spc="-35" dirty="0">
                <a:latin typeface="Rockwell" panose="02060603020205020403" pitchFamily="18" charset="0"/>
                <a:cs typeface="Comic Sans MS"/>
              </a:rPr>
              <a:t> </a:t>
            </a:r>
            <a:r>
              <a:rPr spc="-20" dirty="0">
                <a:latin typeface="Rockwell" panose="02060603020205020403" pitchFamily="18" charset="0"/>
                <a:cs typeface="Comic Sans MS"/>
              </a:rPr>
              <a:t>W3C.</a:t>
            </a:r>
            <a:endParaRPr dirty="0">
              <a:latin typeface="Rockwell" panose="02060603020205020403" pitchFamily="18" charset="0"/>
              <a:cs typeface="Comic Sans MS"/>
            </a:endParaRPr>
          </a:p>
          <a:p>
            <a:pPr marL="100330" indent="-97155">
              <a:lnSpc>
                <a:spcPct val="100000"/>
              </a:lnSpc>
              <a:spcBef>
                <a:spcPts val="2165"/>
              </a:spcBef>
              <a:buClr>
                <a:srgbClr val="000000"/>
              </a:buClr>
              <a:buSzPct val="94444"/>
              <a:buFont typeface="Comic Sans MS"/>
              <a:buChar char="•"/>
              <a:tabLst>
                <a:tab pos="100330" algn="l"/>
              </a:tabLst>
            </a:pPr>
            <a:r>
              <a:rPr b="1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HTML</a:t>
            </a:r>
            <a:r>
              <a:rPr b="1" spc="-35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b="1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4.01</a:t>
            </a:r>
            <a:r>
              <a:rPr b="1" spc="-5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is</a:t>
            </a:r>
            <a:r>
              <a:rPr spc="-25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a</a:t>
            </a:r>
            <a:r>
              <a:rPr spc="-25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revised</a:t>
            </a:r>
            <a:r>
              <a:rPr spc="-25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version</a:t>
            </a:r>
            <a:r>
              <a:rPr spc="-30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of</a:t>
            </a:r>
            <a:r>
              <a:rPr spc="-30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HTML</a:t>
            </a:r>
            <a:r>
              <a:rPr spc="-25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4.0</a:t>
            </a:r>
            <a:r>
              <a:rPr spc="-30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that</a:t>
            </a:r>
            <a:r>
              <a:rPr spc="-35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includes</a:t>
            </a:r>
            <a:r>
              <a:rPr spc="-25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several</a:t>
            </a:r>
            <a:r>
              <a:rPr spc="-40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changes</a:t>
            </a:r>
            <a:r>
              <a:rPr spc="-45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to</a:t>
            </a:r>
            <a:r>
              <a:rPr spc="-20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the</a:t>
            </a:r>
            <a:r>
              <a:rPr spc="-25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HTML</a:t>
            </a:r>
            <a:r>
              <a:rPr spc="-25" dirty="0">
                <a:latin typeface="Rockwell" panose="02060603020205020403" pitchFamily="18" charset="0"/>
                <a:cs typeface="Comic Sans MS"/>
              </a:rPr>
              <a:t> </a:t>
            </a:r>
            <a:r>
              <a:rPr spc="-10" dirty="0">
                <a:latin typeface="Rockwell" panose="02060603020205020403" pitchFamily="18" charset="0"/>
                <a:cs typeface="Comic Sans MS"/>
              </a:rPr>
              <a:t>specification.</a:t>
            </a:r>
            <a:endParaRPr dirty="0">
              <a:latin typeface="Rockwell" panose="02060603020205020403" pitchFamily="18" charset="0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>
                <a:latin typeface="Rockwell" panose="02060603020205020403" pitchFamily="18" charset="0"/>
                <a:cs typeface="Comic Sans MS"/>
              </a:rPr>
              <a:t>•In</a:t>
            </a:r>
            <a:r>
              <a:rPr spc="-45" dirty="0">
                <a:latin typeface="Rockwell" panose="02060603020205020403" pitchFamily="18" charset="0"/>
                <a:cs typeface="Comic Sans MS"/>
              </a:rPr>
              <a:t> </a:t>
            </a:r>
            <a:r>
              <a:rPr b="1" dirty="0">
                <a:latin typeface="Rockwell" panose="02060603020205020403" pitchFamily="18" charset="0"/>
                <a:cs typeface="Comic Sans MS"/>
              </a:rPr>
              <a:t>1998</a:t>
            </a:r>
            <a:r>
              <a:rPr dirty="0">
                <a:latin typeface="Rockwell" panose="02060603020205020403" pitchFamily="18" charset="0"/>
                <a:cs typeface="Comic Sans MS"/>
              </a:rPr>
              <a:t>,</a:t>
            </a:r>
            <a:r>
              <a:rPr spc="-70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W3C</a:t>
            </a:r>
            <a:r>
              <a:rPr spc="-45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introduced</a:t>
            </a:r>
            <a:r>
              <a:rPr spc="-55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eXtensible</a:t>
            </a:r>
            <a:r>
              <a:rPr spc="-70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Markup</a:t>
            </a:r>
            <a:r>
              <a:rPr spc="-50" dirty="0">
                <a:latin typeface="Rockwell" panose="02060603020205020403" pitchFamily="18" charset="0"/>
                <a:cs typeface="Comic Sans MS"/>
              </a:rPr>
              <a:t> </a:t>
            </a:r>
            <a:r>
              <a:rPr spc="-10" dirty="0">
                <a:latin typeface="Rockwell" panose="02060603020205020403" pitchFamily="18" charset="0"/>
                <a:cs typeface="Comic Sans MS"/>
              </a:rPr>
              <a:t>Language(</a:t>
            </a:r>
            <a:r>
              <a:rPr b="1" spc="-1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XML</a:t>
            </a:r>
            <a:r>
              <a:rPr spc="-10" dirty="0">
                <a:latin typeface="Rockwell" panose="02060603020205020403" pitchFamily="18" charset="0"/>
                <a:cs typeface="Comic Sans MS"/>
              </a:rPr>
              <a:t>)</a:t>
            </a:r>
            <a:endParaRPr dirty="0">
              <a:latin typeface="Rockwell" panose="02060603020205020403" pitchFamily="18" charset="0"/>
              <a:cs typeface="Comic Sans MS"/>
            </a:endParaRPr>
          </a:p>
          <a:p>
            <a:pPr marL="100330" indent="-97155">
              <a:lnSpc>
                <a:spcPct val="100000"/>
              </a:lnSpc>
              <a:spcBef>
                <a:spcPts val="2160"/>
              </a:spcBef>
              <a:buClr>
                <a:srgbClr val="000000"/>
              </a:buClr>
              <a:buSzPct val="94444"/>
              <a:buFont typeface="Comic Sans MS"/>
              <a:buChar char="•"/>
              <a:tabLst>
                <a:tab pos="100330" algn="l"/>
              </a:tabLst>
            </a:pPr>
            <a:r>
              <a:rPr b="1" spc="-1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XHTML</a:t>
            </a:r>
            <a:r>
              <a:rPr b="1" spc="-24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is</a:t>
            </a:r>
            <a:r>
              <a:rPr spc="-45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the</a:t>
            </a:r>
            <a:r>
              <a:rPr spc="-15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next</a:t>
            </a:r>
            <a:r>
              <a:rPr spc="-35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phase</a:t>
            </a:r>
            <a:r>
              <a:rPr spc="-10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in</a:t>
            </a:r>
            <a:r>
              <a:rPr spc="-20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the</a:t>
            </a:r>
            <a:r>
              <a:rPr spc="-30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evolution</a:t>
            </a:r>
            <a:r>
              <a:rPr spc="-20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of</a:t>
            </a:r>
            <a:r>
              <a:rPr spc="-20" dirty="0">
                <a:latin typeface="Rockwell" panose="02060603020205020403" pitchFamily="18" charset="0"/>
                <a:cs typeface="Comic Sans MS"/>
              </a:rPr>
              <a:t> </a:t>
            </a:r>
            <a:r>
              <a:rPr spc="-10" dirty="0">
                <a:latin typeface="Rockwell" panose="02060603020205020403" pitchFamily="18" charset="0"/>
                <a:cs typeface="Comic Sans MS"/>
              </a:rPr>
              <a:t>HTML.</a:t>
            </a:r>
            <a:endParaRPr dirty="0">
              <a:latin typeface="Rockwell" panose="02060603020205020403" pitchFamily="18" charset="0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  <a:tabLst>
                <a:tab pos="3241675" algn="l"/>
              </a:tabLst>
            </a:pPr>
            <a:r>
              <a:rPr dirty="0">
                <a:latin typeface="Rockwell" panose="02060603020205020403" pitchFamily="18" charset="0"/>
                <a:cs typeface="Comic Sans MS"/>
              </a:rPr>
              <a:t>•W3C</a:t>
            </a:r>
            <a:r>
              <a:rPr spc="-60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introduced</a:t>
            </a:r>
            <a:r>
              <a:rPr spc="-55" dirty="0">
                <a:latin typeface="Rockwell" panose="02060603020205020403" pitchFamily="18" charset="0"/>
                <a:cs typeface="Comic Sans MS"/>
              </a:rPr>
              <a:t> </a:t>
            </a:r>
            <a:r>
              <a:rPr b="1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HTML</a:t>
            </a:r>
            <a:r>
              <a:rPr b="1" spc="-95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b="1" spc="-25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5.0</a:t>
            </a:r>
            <a:r>
              <a:rPr b="1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	</a:t>
            </a:r>
            <a:r>
              <a:rPr dirty="0">
                <a:latin typeface="Rockwell" panose="02060603020205020403" pitchFamily="18" charset="0"/>
                <a:cs typeface="Comic Sans MS"/>
              </a:rPr>
              <a:t>which</a:t>
            </a:r>
            <a:r>
              <a:rPr spc="-50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is</a:t>
            </a:r>
            <a:r>
              <a:rPr spc="-25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finalized</a:t>
            </a:r>
            <a:r>
              <a:rPr spc="-55" dirty="0">
                <a:latin typeface="Rockwell" panose="02060603020205020403" pitchFamily="18" charset="0"/>
                <a:cs typeface="Comic Sans MS"/>
              </a:rPr>
              <a:t> </a:t>
            </a:r>
            <a:r>
              <a:rPr dirty="0">
                <a:latin typeface="Rockwell" panose="02060603020205020403" pitchFamily="18" charset="0"/>
                <a:cs typeface="Comic Sans MS"/>
              </a:rPr>
              <a:t>in</a:t>
            </a:r>
            <a:r>
              <a:rPr spc="-35" dirty="0">
                <a:latin typeface="Rockwell" panose="02060603020205020403" pitchFamily="18" charset="0"/>
                <a:cs typeface="Comic Sans MS"/>
              </a:rPr>
              <a:t> </a:t>
            </a:r>
            <a:r>
              <a:rPr b="1" dirty="0">
                <a:latin typeface="Rockwell" panose="02060603020205020403" pitchFamily="18" charset="0"/>
                <a:cs typeface="Comic Sans MS"/>
              </a:rPr>
              <a:t>October</a:t>
            </a:r>
            <a:r>
              <a:rPr b="1" spc="-45" dirty="0">
                <a:latin typeface="Rockwell" panose="02060603020205020403" pitchFamily="18" charset="0"/>
                <a:cs typeface="Comic Sans MS"/>
              </a:rPr>
              <a:t> </a:t>
            </a:r>
            <a:r>
              <a:rPr b="1" spc="-20" dirty="0">
                <a:latin typeface="Rockwell" panose="02060603020205020403" pitchFamily="18" charset="0"/>
                <a:cs typeface="Comic Sans MS"/>
              </a:rPr>
              <a:t>2014</a:t>
            </a:r>
            <a:endParaRPr dirty="0">
              <a:latin typeface="Rockwell" panose="02060603020205020403" pitchFamily="18" charset="0"/>
              <a:cs typeface="Comic Sans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56107"/>
            <a:ext cx="50526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Comic Sans MS"/>
                <a:cs typeface="Comic Sans MS"/>
              </a:rPr>
              <a:t>HTML</a:t>
            </a:r>
            <a:r>
              <a:rPr sz="3200" b="1" spc="-10" dirty="0">
                <a:latin typeface="Comic Sans MS"/>
                <a:cs typeface="Comic Sans MS"/>
              </a:rPr>
              <a:t> </a:t>
            </a:r>
            <a:r>
              <a:rPr sz="3200" b="1" dirty="0">
                <a:latin typeface="Comic Sans MS"/>
                <a:cs typeface="Comic Sans MS"/>
              </a:rPr>
              <a:t>Coding</a:t>
            </a:r>
            <a:r>
              <a:rPr sz="3200" b="1" spc="-15" dirty="0">
                <a:latin typeface="Comic Sans MS"/>
                <a:cs typeface="Comic Sans MS"/>
              </a:rPr>
              <a:t> </a:t>
            </a:r>
            <a:r>
              <a:rPr sz="3200" b="1" spc="-10" dirty="0">
                <a:latin typeface="Comic Sans MS"/>
                <a:cs typeface="Comic Sans MS"/>
              </a:rPr>
              <a:t>Conventions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3010" y="1286807"/>
            <a:ext cx="10312400" cy="4899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40665">
              <a:lnSpc>
                <a:spcPct val="140000"/>
              </a:lnSpc>
              <a:spcBef>
                <a:spcPts val="95"/>
              </a:spcBef>
            </a:pPr>
            <a:r>
              <a:rPr sz="2600" dirty="0">
                <a:latin typeface="Rockwell" panose="02060603020205020403" pitchFamily="18" charset="0"/>
                <a:cs typeface="Comic Sans MS"/>
              </a:rPr>
              <a:t>Coding</a:t>
            </a:r>
            <a:r>
              <a:rPr sz="2600" spc="-4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600" dirty="0">
                <a:latin typeface="Rockwell" panose="02060603020205020403" pitchFamily="18" charset="0"/>
                <a:cs typeface="Comic Sans MS"/>
              </a:rPr>
              <a:t>conventions</a:t>
            </a:r>
            <a:r>
              <a:rPr sz="2600" spc="-6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600" dirty="0">
                <a:latin typeface="Rockwell" panose="02060603020205020403" pitchFamily="18" charset="0"/>
                <a:cs typeface="Comic Sans MS"/>
              </a:rPr>
              <a:t>make</a:t>
            </a:r>
            <a:r>
              <a:rPr sz="2600" spc="-2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600" dirty="0">
                <a:latin typeface="Rockwell" panose="02060603020205020403" pitchFamily="18" charset="0"/>
                <a:cs typeface="Comic Sans MS"/>
              </a:rPr>
              <a:t>the</a:t>
            </a:r>
            <a:r>
              <a:rPr sz="2600" spc="-3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600" dirty="0">
                <a:latin typeface="Rockwell" panose="02060603020205020403" pitchFamily="18" charset="0"/>
                <a:cs typeface="Comic Sans MS"/>
              </a:rPr>
              <a:t>software</a:t>
            </a:r>
            <a:r>
              <a:rPr sz="2600" spc="-3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600" dirty="0">
                <a:latin typeface="Rockwell" panose="02060603020205020403" pitchFamily="18" charset="0"/>
                <a:cs typeface="Comic Sans MS"/>
              </a:rPr>
              <a:t>more</a:t>
            </a:r>
            <a:r>
              <a:rPr sz="2600" spc="-2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600" dirty="0">
                <a:latin typeface="Rockwell" panose="02060603020205020403" pitchFamily="18" charset="0"/>
                <a:cs typeface="Comic Sans MS"/>
              </a:rPr>
              <a:t>readable</a:t>
            </a:r>
            <a:r>
              <a:rPr sz="2600" spc="-3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600" dirty="0">
                <a:latin typeface="Rockwell" panose="02060603020205020403" pitchFamily="18" charset="0"/>
                <a:cs typeface="Comic Sans MS"/>
              </a:rPr>
              <a:t>and</a:t>
            </a:r>
            <a:r>
              <a:rPr sz="2600" spc="-3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600" dirty="0">
                <a:latin typeface="Rockwell" panose="02060603020205020403" pitchFamily="18" charset="0"/>
                <a:cs typeface="Comic Sans MS"/>
              </a:rPr>
              <a:t>make</a:t>
            </a:r>
            <a:r>
              <a:rPr sz="2600" spc="-25" dirty="0">
                <a:latin typeface="Rockwell" panose="02060603020205020403" pitchFamily="18" charset="0"/>
                <a:cs typeface="Comic Sans MS"/>
              </a:rPr>
              <a:t> it </a:t>
            </a:r>
            <a:r>
              <a:rPr sz="2600" dirty="0">
                <a:latin typeface="Rockwell" panose="02060603020205020403" pitchFamily="18" charset="0"/>
                <a:cs typeface="Comic Sans MS"/>
              </a:rPr>
              <a:t>easier</a:t>
            </a:r>
            <a:r>
              <a:rPr sz="2600" spc="-7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600" dirty="0">
                <a:latin typeface="Rockwell" panose="02060603020205020403" pitchFamily="18" charset="0"/>
                <a:cs typeface="Comic Sans MS"/>
              </a:rPr>
              <a:t>for</a:t>
            </a:r>
            <a:r>
              <a:rPr sz="2600" spc="-2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600" dirty="0">
                <a:latin typeface="Rockwell" panose="02060603020205020403" pitchFamily="18" charset="0"/>
                <a:cs typeface="Comic Sans MS"/>
              </a:rPr>
              <a:t>engineers</a:t>
            </a:r>
            <a:r>
              <a:rPr sz="2600" spc="-7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600" dirty="0">
                <a:latin typeface="Rockwell" panose="02060603020205020403" pitchFamily="18" charset="0"/>
                <a:cs typeface="Comic Sans MS"/>
              </a:rPr>
              <a:t>to</a:t>
            </a:r>
            <a:r>
              <a:rPr sz="2600" spc="-1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600" dirty="0">
                <a:latin typeface="Rockwell" panose="02060603020205020403" pitchFamily="18" charset="0"/>
                <a:cs typeface="Comic Sans MS"/>
              </a:rPr>
              <a:t>comprehend</a:t>
            </a:r>
            <a:r>
              <a:rPr sz="2600" spc="-4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600" dirty="0">
                <a:latin typeface="Rockwell" panose="02060603020205020403" pitchFamily="18" charset="0"/>
                <a:cs typeface="Comic Sans MS"/>
              </a:rPr>
              <a:t>new</a:t>
            </a:r>
            <a:r>
              <a:rPr sz="2600" spc="-3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600" spc="-20" dirty="0">
                <a:latin typeface="Rockwell" panose="02060603020205020403" pitchFamily="18" charset="0"/>
                <a:cs typeface="Comic Sans MS"/>
              </a:rPr>
              <a:t>code</a:t>
            </a:r>
            <a:endParaRPr sz="2600" dirty="0">
              <a:latin typeface="Rockwell" panose="02060603020205020403" pitchFamily="18" charset="0"/>
              <a:cs typeface="Comic Sans MS"/>
            </a:endParaRPr>
          </a:p>
          <a:p>
            <a:pPr marL="341630" indent="-328930">
              <a:lnSpc>
                <a:spcPct val="100000"/>
              </a:lnSpc>
              <a:spcBef>
                <a:spcPts val="2245"/>
              </a:spcBef>
              <a:buAutoNum type="arabicPeriod"/>
              <a:tabLst>
                <a:tab pos="341630" algn="l"/>
              </a:tabLst>
            </a:pPr>
            <a:r>
              <a:rPr sz="2600" dirty="0">
                <a:solidFill>
                  <a:srgbClr val="6F2F9F"/>
                </a:solidFill>
                <a:latin typeface="Rockwell" panose="02060603020205020403" pitchFamily="18" charset="0"/>
                <a:cs typeface="Comic Sans MS"/>
              </a:rPr>
              <a:t>Declaration</a:t>
            </a:r>
            <a:r>
              <a:rPr sz="2600" spc="-60" dirty="0">
                <a:solidFill>
                  <a:srgbClr val="6F2F9F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sz="2600" dirty="0">
                <a:solidFill>
                  <a:srgbClr val="6F2F9F"/>
                </a:solidFill>
                <a:latin typeface="Rockwell" panose="02060603020205020403" pitchFamily="18" charset="0"/>
                <a:cs typeface="Comic Sans MS"/>
              </a:rPr>
              <a:t>of</a:t>
            </a:r>
            <a:r>
              <a:rPr sz="2600" spc="-40" dirty="0">
                <a:solidFill>
                  <a:srgbClr val="6F2F9F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sz="2600" dirty="0">
                <a:solidFill>
                  <a:srgbClr val="6F2F9F"/>
                </a:solidFill>
                <a:latin typeface="Rockwell" panose="02060603020205020403" pitchFamily="18" charset="0"/>
                <a:cs typeface="Comic Sans MS"/>
              </a:rPr>
              <a:t>Document</a:t>
            </a:r>
            <a:r>
              <a:rPr sz="2600" spc="-45" dirty="0">
                <a:solidFill>
                  <a:srgbClr val="6F2F9F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sz="2600" spc="-20" dirty="0">
                <a:solidFill>
                  <a:srgbClr val="6F2F9F"/>
                </a:solidFill>
                <a:latin typeface="Rockwell" panose="02060603020205020403" pitchFamily="18" charset="0"/>
                <a:cs typeface="Comic Sans MS"/>
              </a:rPr>
              <a:t>Type</a:t>
            </a:r>
            <a:endParaRPr sz="2600" dirty="0">
              <a:latin typeface="Rockwell" panose="02060603020205020403" pitchFamily="18" charset="0"/>
              <a:cs typeface="Comic Sans MS"/>
            </a:endParaRPr>
          </a:p>
          <a:p>
            <a:pPr marL="698500" marR="570865" lvl="1" indent="-229235">
              <a:lnSpc>
                <a:spcPct val="140100"/>
              </a:lnSpc>
              <a:spcBef>
                <a:spcPts val="590"/>
              </a:spcBef>
              <a:buFont typeface="Tahoma"/>
              <a:buChar char="•"/>
              <a:tabLst>
                <a:tab pos="698500" algn="l"/>
              </a:tabLst>
            </a:pPr>
            <a:r>
              <a:rPr sz="2200" dirty="0">
                <a:latin typeface="Rockwell" panose="02060603020205020403" pitchFamily="18" charset="0"/>
                <a:cs typeface="Comic Sans MS"/>
              </a:rPr>
              <a:t>The</a:t>
            </a:r>
            <a:r>
              <a:rPr sz="2200" spc="-6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DOCTYPE</a:t>
            </a:r>
            <a:r>
              <a:rPr sz="2200" spc="-1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declaration</a:t>
            </a:r>
            <a:r>
              <a:rPr sz="2200" spc="-3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is</a:t>
            </a:r>
            <a:r>
              <a:rPr sz="2200" spc="-5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an</a:t>
            </a:r>
            <a:r>
              <a:rPr sz="2200" spc="-7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instruction</a:t>
            </a:r>
            <a:r>
              <a:rPr sz="2200" spc="-2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to</a:t>
            </a:r>
            <a:r>
              <a:rPr sz="2200" spc="-5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the</a:t>
            </a:r>
            <a:r>
              <a:rPr sz="2200" spc="-5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web</a:t>
            </a:r>
            <a:r>
              <a:rPr sz="2200" spc="-6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browser</a:t>
            </a:r>
            <a:r>
              <a:rPr sz="2200" spc="-4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spc="-10" dirty="0">
                <a:latin typeface="Rockwell" panose="02060603020205020403" pitchFamily="18" charset="0"/>
                <a:cs typeface="Comic Sans MS"/>
              </a:rPr>
              <a:t>about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what</a:t>
            </a:r>
            <a:r>
              <a:rPr sz="2200" spc="-4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version</a:t>
            </a:r>
            <a:r>
              <a:rPr sz="2200" spc="-2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of</a:t>
            </a:r>
            <a:r>
              <a:rPr sz="2200" spc="-4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HTML</a:t>
            </a:r>
            <a:r>
              <a:rPr sz="2200" spc="-4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the</a:t>
            </a:r>
            <a:r>
              <a:rPr sz="2200" spc="-4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page</a:t>
            </a:r>
            <a:r>
              <a:rPr sz="2200" spc="-5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is</a:t>
            </a:r>
            <a:r>
              <a:rPr sz="2200" spc="-4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written</a:t>
            </a:r>
            <a:r>
              <a:rPr sz="2200" spc="-25" dirty="0">
                <a:latin typeface="Rockwell" panose="02060603020205020403" pitchFamily="18" charset="0"/>
                <a:cs typeface="Comic Sans MS"/>
              </a:rPr>
              <a:t> in.</a:t>
            </a:r>
            <a:endParaRPr sz="2200" dirty="0">
              <a:latin typeface="Rockwell" panose="02060603020205020403" pitchFamily="18" charset="0"/>
              <a:cs typeface="Comic Sans MS"/>
            </a:endParaRPr>
          </a:p>
          <a:p>
            <a:pPr marL="698500" lvl="1" indent="-229235">
              <a:lnSpc>
                <a:spcPct val="100000"/>
              </a:lnSpc>
              <a:spcBef>
                <a:spcPts val="1560"/>
              </a:spcBef>
              <a:buFont typeface="Tahoma"/>
              <a:buChar char="•"/>
              <a:tabLst>
                <a:tab pos="698500" algn="l"/>
              </a:tabLst>
            </a:pPr>
            <a:r>
              <a:rPr sz="2200" dirty="0">
                <a:latin typeface="Rockwell" panose="02060603020205020403" pitchFamily="18" charset="0"/>
                <a:cs typeface="Comic Sans MS"/>
              </a:rPr>
              <a:t>All</a:t>
            </a:r>
            <a:r>
              <a:rPr sz="2200" spc="-6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HTML</a:t>
            </a:r>
            <a:r>
              <a:rPr sz="2200" spc="-6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documents</a:t>
            </a:r>
            <a:r>
              <a:rPr sz="2200" spc="-3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must</a:t>
            </a:r>
            <a:r>
              <a:rPr sz="2200" spc="-4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start</a:t>
            </a:r>
            <a:r>
              <a:rPr sz="2200" spc="-5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with</a:t>
            </a:r>
            <a:r>
              <a:rPr sz="2200" spc="-5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a</a:t>
            </a:r>
            <a:r>
              <a:rPr sz="2200" spc="-4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solidFill>
                  <a:srgbClr val="DC133B"/>
                </a:solidFill>
                <a:latin typeface="Rockwell" panose="02060603020205020403" pitchFamily="18" charset="0"/>
                <a:cs typeface="Comic Sans MS"/>
              </a:rPr>
              <a:t>&lt;!DOCTYPE&gt;</a:t>
            </a:r>
            <a:r>
              <a:rPr sz="2200" spc="-30" dirty="0">
                <a:solidFill>
                  <a:srgbClr val="DC133B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sz="2200" spc="-10" dirty="0">
                <a:latin typeface="Rockwell" panose="02060603020205020403" pitchFamily="18" charset="0"/>
                <a:cs typeface="Comic Sans MS"/>
              </a:rPr>
              <a:t>declaration.</a:t>
            </a:r>
            <a:endParaRPr sz="2200" dirty="0">
              <a:latin typeface="Rockwell" panose="02060603020205020403" pitchFamily="18" charset="0"/>
              <a:cs typeface="Comic Sans MS"/>
            </a:endParaRPr>
          </a:p>
          <a:p>
            <a:pPr marL="698500" marR="5080" lvl="1" indent="-229235">
              <a:lnSpc>
                <a:spcPct val="140100"/>
              </a:lnSpc>
              <a:spcBef>
                <a:spcPts val="490"/>
              </a:spcBef>
              <a:buFont typeface="Tahoma"/>
              <a:buChar char="•"/>
              <a:tabLst>
                <a:tab pos="698500" algn="l"/>
              </a:tabLst>
            </a:pPr>
            <a:r>
              <a:rPr sz="2200" dirty="0">
                <a:latin typeface="Rockwell" panose="02060603020205020403" pitchFamily="18" charset="0"/>
                <a:cs typeface="Comic Sans MS"/>
              </a:rPr>
              <a:t>The</a:t>
            </a:r>
            <a:r>
              <a:rPr sz="2200" spc="-4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declaration</a:t>
            </a:r>
            <a:r>
              <a:rPr sz="2200" spc="-2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is</a:t>
            </a:r>
            <a:r>
              <a:rPr sz="2200" spc="-4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not</a:t>
            </a:r>
            <a:r>
              <a:rPr sz="2200" spc="-4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an</a:t>
            </a:r>
            <a:r>
              <a:rPr sz="2200" spc="-4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HTML</a:t>
            </a:r>
            <a:r>
              <a:rPr sz="2200" spc="-5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tag.</a:t>
            </a:r>
            <a:r>
              <a:rPr sz="2200" spc="-4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It</a:t>
            </a:r>
            <a:r>
              <a:rPr sz="2200" spc="-4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is</a:t>
            </a:r>
            <a:r>
              <a:rPr sz="2200" spc="-4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an</a:t>
            </a:r>
            <a:r>
              <a:rPr sz="2200" spc="-5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"information"</a:t>
            </a:r>
            <a:r>
              <a:rPr sz="2200" spc="-1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to</a:t>
            </a:r>
            <a:r>
              <a:rPr sz="2200" spc="-4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the</a:t>
            </a:r>
            <a:r>
              <a:rPr sz="2200" spc="-4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spc="-10" dirty="0">
                <a:latin typeface="Rockwell" panose="02060603020205020403" pitchFamily="18" charset="0"/>
                <a:cs typeface="Comic Sans MS"/>
              </a:rPr>
              <a:t>browser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about</a:t>
            </a:r>
            <a:r>
              <a:rPr sz="2200" spc="-5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what</a:t>
            </a:r>
            <a:r>
              <a:rPr sz="2200" spc="-5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document</a:t>
            </a:r>
            <a:r>
              <a:rPr sz="2200" spc="-3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type</a:t>
            </a:r>
            <a:r>
              <a:rPr sz="2200" spc="-4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to</a:t>
            </a:r>
            <a:r>
              <a:rPr sz="2200" spc="-5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spc="-10" dirty="0">
                <a:latin typeface="Rockwell" panose="02060603020205020403" pitchFamily="18" charset="0"/>
                <a:cs typeface="Comic Sans MS"/>
              </a:rPr>
              <a:t>expect</a:t>
            </a:r>
            <a:endParaRPr sz="2200" dirty="0">
              <a:latin typeface="Rockwell" panose="02060603020205020403" pitchFamily="18" charset="0"/>
              <a:cs typeface="Comic Sans MS"/>
            </a:endParaRPr>
          </a:p>
          <a:p>
            <a:pPr marL="698500" lvl="1" indent="-229235">
              <a:lnSpc>
                <a:spcPct val="100000"/>
              </a:lnSpc>
              <a:spcBef>
                <a:spcPts val="1560"/>
              </a:spcBef>
              <a:buFont typeface="Tahoma"/>
              <a:buChar char="•"/>
              <a:tabLst>
                <a:tab pos="698500" algn="l"/>
              </a:tabLst>
            </a:pPr>
            <a:r>
              <a:rPr sz="2200" dirty="0">
                <a:latin typeface="Rockwell" panose="02060603020205020403" pitchFamily="18" charset="0"/>
                <a:cs typeface="Comic Sans MS"/>
              </a:rPr>
              <a:t>In</a:t>
            </a:r>
            <a:r>
              <a:rPr sz="2200" spc="-6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HTML</a:t>
            </a:r>
            <a:r>
              <a:rPr sz="2200" spc="-6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5,</a:t>
            </a:r>
            <a:r>
              <a:rPr sz="2200" spc="-5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the</a:t>
            </a:r>
            <a:r>
              <a:rPr sz="2200" spc="-5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declaration</a:t>
            </a:r>
            <a:r>
              <a:rPr sz="2200" spc="-3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is</a:t>
            </a:r>
            <a:r>
              <a:rPr sz="2200" spc="-6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simple:</a:t>
            </a:r>
            <a:r>
              <a:rPr sz="2200" spc="-2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solidFill>
                  <a:srgbClr val="0000CD"/>
                </a:solidFill>
                <a:latin typeface="Rockwell" panose="02060603020205020403" pitchFamily="18" charset="0"/>
                <a:cs typeface="Comic Sans MS"/>
              </a:rPr>
              <a:t>&lt;</a:t>
            </a:r>
            <a:r>
              <a:rPr sz="2200" dirty="0">
                <a:solidFill>
                  <a:srgbClr val="A42A2A"/>
                </a:solidFill>
                <a:latin typeface="Rockwell" panose="02060603020205020403" pitchFamily="18" charset="0"/>
                <a:cs typeface="Comic Sans MS"/>
              </a:rPr>
              <a:t>!DOCTYPE</a:t>
            </a:r>
            <a:r>
              <a:rPr sz="2200" spc="-20" dirty="0">
                <a:solidFill>
                  <a:srgbClr val="A42A2A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html</a:t>
            </a:r>
            <a:r>
              <a:rPr sz="2200" spc="-10" dirty="0">
                <a:solidFill>
                  <a:srgbClr val="0000CD"/>
                </a:solidFill>
                <a:latin typeface="Rockwell" panose="02060603020205020403" pitchFamily="18" charset="0"/>
                <a:cs typeface="Comic Sans MS"/>
              </a:rPr>
              <a:t>&gt;</a:t>
            </a:r>
            <a:endParaRPr sz="2200" dirty="0">
              <a:latin typeface="Rockwell" panose="02060603020205020403" pitchFamily="18" charset="0"/>
              <a:cs typeface="Comic Sans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3021" y="364363"/>
            <a:ext cx="493839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6F2F9F"/>
                </a:solidFill>
              </a:rPr>
              <a:t>2.Use</a:t>
            </a:r>
            <a:r>
              <a:rPr sz="2600" spc="-25" dirty="0">
                <a:solidFill>
                  <a:srgbClr val="6F2F9F"/>
                </a:solidFill>
              </a:rPr>
              <a:t> </a:t>
            </a:r>
            <a:r>
              <a:rPr sz="2600" dirty="0">
                <a:solidFill>
                  <a:srgbClr val="6F2F9F"/>
                </a:solidFill>
              </a:rPr>
              <a:t>of</a:t>
            </a:r>
            <a:r>
              <a:rPr sz="2600" spc="-5" dirty="0">
                <a:solidFill>
                  <a:srgbClr val="6F2F9F"/>
                </a:solidFill>
              </a:rPr>
              <a:t> </a:t>
            </a:r>
            <a:r>
              <a:rPr sz="2600" dirty="0">
                <a:solidFill>
                  <a:srgbClr val="6F2F9F"/>
                </a:solidFill>
              </a:rPr>
              <a:t>Meta</a:t>
            </a:r>
            <a:r>
              <a:rPr sz="2600" spc="-30" dirty="0">
                <a:solidFill>
                  <a:srgbClr val="6F2F9F"/>
                </a:solidFill>
              </a:rPr>
              <a:t> </a:t>
            </a:r>
            <a:r>
              <a:rPr sz="2600" dirty="0">
                <a:solidFill>
                  <a:srgbClr val="6F2F9F"/>
                </a:solidFill>
              </a:rPr>
              <a:t>tag</a:t>
            </a:r>
            <a:r>
              <a:rPr sz="2600" spc="-25" dirty="0">
                <a:solidFill>
                  <a:srgbClr val="6F2F9F"/>
                </a:solidFill>
              </a:rPr>
              <a:t> </a:t>
            </a:r>
            <a:r>
              <a:rPr sz="2600" dirty="0">
                <a:solidFill>
                  <a:srgbClr val="6F2F9F"/>
                </a:solidFill>
              </a:rPr>
              <a:t>and</a:t>
            </a:r>
            <a:r>
              <a:rPr sz="2600" spc="-20" dirty="0">
                <a:solidFill>
                  <a:srgbClr val="6F2F9F"/>
                </a:solidFill>
              </a:rPr>
              <a:t> </a:t>
            </a:r>
            <a:r>
              <a:rPr sz="2600" spc="-10" dirty="0">
                <a:solidFill>
                  <a:srgbClr val="6F2F9F"/>
                </a:solidFill>
              </a:rPr>
              <a:t>Viewport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960221" y="777209"/>
            <a:ext cx="10316845" cy="537972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1150"/>
              </a:spcBef>
              <a:buFont typeface="Tahoma"/>
              <a:buChar char="•"/>
              <a:tabLst>
                <a:tab pos="240665" algn="l"/>
              </a:tabLst>
            </a:pPr>
            <a:r>
              <a:rPr sz="2200" dirty="0">
                <a:latin typeface="Rockwell" panose="02060603020205020403" pitchFamily="18" charset="0"/>
                <a:cs typeface="Comic Sans MS"/>
              </a:rPr>
              <a:t>The</a:t>
            </a:r>
            <a:r>
              <a:rPr sz="2200" spc="10" dirty="0">
                <a:latin typeface="Rockwell" panose="02060603020205020403" pitchFamily="18" charset="0"/>
                <a:cs typeface="Comic Sans MS"/>
              </a:rPr>
              <a:t> 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metadata</a:t>
            </a:r>
            <a:r>
              <a:rPr sz="2200" spc="15" dirty="0">
                <a:latin typeface="Rockwell" panose="02060603020205020403" pitchFamily="18" charset="0"/>
                <a:cs typeface="Comic Sans MS"/>
              </a:rPr>
              <a:t> 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about</a:t>
            </a:r>
            <a:r>
              <a:rPr sz="2200" spc="20" dirty="0">
                <a:latin typeface="Rockwell" panose="02060603020205020403" pitchFamily="18" charset="0"/>
                <a:cs typeface="Comic Sans MS"/>
              </a:rPr>
              <a:t> 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the</a:t>
            </a:r>
            <a:r>
              <a:rPr sz="2200" spc="10" dirty="0">
                <a:latin typeface="Rockwell" panose="02060603020205020403" pitchFamily="18" charset="0"/>
                <a:cs typeface="Comic Sans MS"/>
              </a:rPr>
              <a:t> 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HTML</a:t>
            </a:r>
            <a:r>
              <a:rPr sz="2200" spc="20" dirty="0">
                <a:latin typeface="Rockwell" panose="02060603020205020403" pitchFamily="18" charset="0"/>
                <a:cs typeface="Comic Sans MS"/>
              </a:rPr>
              <a:t> 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document</a:t>
            </a:r>
            <a:r>
              <a:rPr sz="2200" spc="15" dirty="0">
                <a:latin typeface="Rockwell" panose="02060603020205020403" pitchFamily="18" charset="0"/>
                <a:cs typeface="Comic Sans MS"/>
              </a:rPr>
              <a:t> 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is</a:t>
            </a:r>
            <a:r>
              <a:rPr sz="2200" spc="10" dirty="0">
                <a:latin typeface="Rockwell" panose="02060603020205020403" pitchFamily="18" charset="0"/>
                <a:cs typeface="Comic Sans MS"/>
              </a:rPr>
              <a:t> 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displayed</a:t>
            </a:r>
            <a:r>
              <a:rPr sz="2200" spc="5" dirty="0">
                <a:latin typeface="Rockwell" panose="02060603020205020403" pitchFamily="18" charset="0"/>
                <a:cs typeface="Comic Sans MS"/>
              </a:rPr>
              <a:t> 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using</a:t>
            </a:r>
            <a:r>
              <a:rPr sz="2200" spc="5" dirty="0">
                <a:latin typeface="Rockwell" panose="02060603020205020403" pitchFamily="18" charset="0"/>
                <a:cs typeface="Comic Sans MS"/>
              </a:rPr>
              <a:t> 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the</a:t>
            </a:r>
            <a:r>
              <a:rPr sz="2200" spc="10" dirty="0">
                <a:latin typeface="Rockwell" panose="02060603020205020403" pitchFamily="18" charset="0"/>
                <a:cs typeface="Comic Sans MS"/>
              </a:rPr>
              <a:t>  </a:t>
            </a:r>
            <a:r>
              <a:rPr sz="2200" spc="-20" dirty="0">
                <a:latin typeface="Rockwell" panose="02060603020205020403" pitchFamily="18" charset="0"/>
                <a:cs typeface="Comic Sans MS"/>
              </a:rPr>
              <a:t>HTML</a:t>
            </a:r>
            <a:endParaRPr sz="2200" dirty="0">
              <a:latin typeface="Rockwell" panose="02060603020205020403" pitchFamily="18" charset="0"/>
              <a:cs typeface="Comic Sans MS"/>
            </a:endParaRPr>
          </a:p>
          <a:p>
            <a:pPr marL="241300" algn="just">
              <a:lnSpc>
                <a:spcPct val="100000"/>
              </a:lnSpc>
              <a:spcBef>
                <a:spcPts val="1060"/>
              </a:spcBef>
            </a:pPr>
            <a:r>
              <a:rPr sz="220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&lt;meta&gt;</a:t>
            </a:r>
            <a:r>
              <a:rPr sz="2200" spc="-65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tag.</a:t>
            </a:r>
            <a:endParaRPr sz="2200" dirty="0">
              <a:latin typeface="Rockwell" panose="02060603020205020403" pitchFamily="18" charset="0"/>
              <a:cs typeface="Comic Sans MS"/>
            </a:endParaRPr>
          </a:p>
          <a:p>
            <a:pPr marL="241300" marR="8255" indent="-228600" algn="just">
              <a:lnSpc>
                <a:spcPct val="140000"/>
              </a:lnSpc>
              <a:spcBef>
                <a:spcPts val="490"/>
              </a:spcBef>
              <a:buFont typeface="Tahoma"/>
              <a:buChar char="•"/>
              <a:tabLst>
                <a:tab pos="241300" algn="l"/>
              </a:tabLst>
            </a:pPr>
            <a:r>
              <a:rPr sz="2200" dirty="0">
                <a:latin typeface="Rockwell" panose="02060603020205020403" pitchFamily="18" charset="0"/>
                <a:cs typeface="Comic Sans MS"/>
              </a:rPr>
              <a:t>The</a:t>
            </a:r>
            <a:r>
              <a:rPr sz="2200" spc="6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page</a:t>
            </a:r>
            <a:r>
              <a:rPr sz="2200" spc="65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description,</a:t>
            </a:r>
            <a:r>
              <a:rPr sz="2200" spc="9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keywords,</a:t>
            </a:r>
            <a:r>
              <a:rPr sz="2200" spc="75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copyright,</a:t>
            </a:r>
            <a:r>
              <a:rPr sz="2200" spc="7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language,</a:t>
            </a:r>
            <a:r>
              <a:rPr sz="2200" spc="7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document</a:t>
            </a:r>
            <a:r>
              <a:rPr sz="2200" spc="7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creator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,</a:t>
            </a:r>
            <a:r>
              <a:rPr sz="2200" spc="7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spc="-20" dirty="0">
                <a:latin typeface="Rockwell" panose="02060603020205020403" pitchFamily="18" charset="0"/>
                <a:cs typeface="Comic Sans MS"/>
              </a:rPr>
              <a:t>etc.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comes</a:t>
            </a:r>
            <a:r>
              <a:rPr sz="2200" spc="-3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under</a:t>
            </a:r>
            <a:r>
              <a:rPr sz="2200" spc="-3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the</a:t>
            </a:r>
            <a:r>
              <a:rPr sz="2200" spc="-5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spc="-10" dirty="0">
                <a:latin typeface="Rockwell" panose="02060603020205020403" pitchFamily="18" charset="0"/>
                <a:cs typeface="Comic Sans MS"/>
              </a:rPr>
              <a:t>metadata.</a:t>
            </a:r>
            <a:endParaRPr sz="2200" dirty="0">
              <a:latin typeface="Rockwell" panose="02060603020205020403" pitchFamily="18" charset="0"/>
              <a:cs typeface="Comic Sans MS"/>
            </a:endParaRPr>
          </a:p>
          <a:p>
            <a:pPr marL="241300" marR="5715" indent="-228600" algn="just">
              <a:lnSpc>
                <a:spcPct val="140100"/>
              </a:lnSpc>
              <a:spcBef>
                <a:spcPts val="505"/>
              </a:spcBef>
              <a:buFont typeface="Tahoma"/>
              <a:buChar char="•"/>
              <a:tabLst>
                <a:tab pos="241300" algn="l"/>
              </a:tabLst>
            </a:pPr>
            <a:r>
              <a:rPr sz="2200" dirty="0">
                <a:latin typeface="Rockwell" panose="02060603020205020403" pitchFamily="18" charset="0"/>
                <a:cs typeface="Comic Sans MS"/>
              </a:rPr>
              <a:t>Although</a:t>
            </a:r>
            <a:r>
              <a:rPr sz="2200" spc="80" dirty="0">
                <a:latin typeface="Rockwell" panose="02060603020205020403" pitchFamily="18" charset="0"/>
                <a:cs typeface="Comic Sans MS"/>
              </a:rPr>
              <a:t> 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the</a:t>
            </a:r>
            <a:r>
              <a:rPr sz="2200" spc="80" dirty="0">
                <a:latin typeface="Rockwell" panose="02060603020205020403" pitchFamily="18" charset="0"/>
                <a:cs typeface="Comic Sans MS"/>
              </a:rPr>
              <a:t>  </a:t>
            </a:r>
            <a:r>
              <a:rPr sz="220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metadata</a:t>
            </a:r>
            <a:r>
              <a:rPr sz="2200" spc="75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 </a:t>
            </a:r>
            <a:r>
              <a:rPr sz="220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is</a:t>
            </a:r>
            <a:r>
              <a:rPr sz="2200" spc="75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 </a:t>
            </a:r>
            <a:r>
              <a:rPr sz="220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not</a:t>
            </a:r>
            <a:r>
              <a:rPr sz="2200" spc="8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 </a:t>
            </a:r>
            <a:r>
              <a:rPr sz="220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visible</a:t>
            </a:r>
            <a:r>
              <a:rPr sz="2200" spc="8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on</a:t>
            </a:r>
            <a:r>
              <a:rPr sz="2200" spc="85" dirty="0">
                <a:latin typeface="Rockwell" panose="02060603020205020403" pitchFamily="18" charset="0"/>
                <a:cs typeface="Comic Sans MS"/>
              </a:rPr>
              <a:t> 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the</a:t>
            </a:r>
            <a:r>
              <a:rPr sz="2200" spc="75" dirty="0">
                <a:latin typeface="Rockwell" panose="02060603020205020403" pitchFamily="18" charset="0"/>
                <a:cs typeface="Comic Sans MS"/>
              </a:rPr>
              <a:t> 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webpage,</a:t>
            </a:r>
            <a:r>
              <a:rPr sz="2200" spc="80" dirty="0">
                <a:latin typeface="Rockwell" panose="02060603020205020403" pitchFamily="18" charset="0"/>
                <a:cs typeface="Comic Sans MS"/>
              </a:rPr>
              <a:t> 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search</a:t>
            </a:r>
            <a:r>
              <a:rPr sz="2200" spc="85" dirty="0">
                <a:latin typeface="Rockwell" panose="02060603020205020403" pitchFamily="18" charset="0"/>
                <a:cs typeface="Comic Sans MS"/>
              </a:rPr>
              <a:t>  </a:t>
            </a:r>
            <a:r>
              <a:rPr sz="2200" spc="-10" dirty="0">
                <a:latin typeface="Rockwell" panose="02060603020205020403" pitchFamily="18" charset="0"/>
                <a:cs typeface="Comic Sans MS"/>
              </a:rPr>
              <a:t>engines,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browsers,</a:t>
            </a:r>
            <a:r>
              <a:rPr sz="2200" spc="16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and</a:t>
            </a:r>
            <a:r>
              <a:rPr sz="2200" spc="14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other</a:t>
            </a:r>
            <a:r>
              <a:rPr sz="2200" spc="16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online</a:t>
            </a:r>
            <a:r>
              <a:rPr sz="2200" spc="14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services</a:t>
            </a:r>
            <a:r>
              <a:rPr sz="2200" spc="14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that</a:t>
            </a:r>
            <a:r>
              <a:rPr sz="2200" spc="14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scan</a:t>
            </a:r>
            <a:r>
              <a:rPr sz="2200" spc="17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the</a:t>
            </a:r>
            <a:r>
              <a:rPr sz="2200" spc="14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site</a:t>
            </a:r>
            <a:r>
              <a:rPr sz="2200" spc="15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or</a:t>
            </a:r>
            <a:r>
              <a:rPr sz="2200" spc="16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webpage</a:t>
            </a:r>
            <a:r>
              <a:rPr sz="2200" spc="15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utilize</a:t>
            </a:r>
            <a:r>
              <a:rPr sz="2200" spc="15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spc="-25" dirty="0">
                <a:latin typeface="Rockwell" panose="02060603020205020403" pitchFamily="18" charset="0"/>
                <a:cs typeface="Comic Sans MS"/>
              </a:rPr>
              <a:t>it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to</a:t>
            </a:r>
            <a:r>
              <a:rPr sz="2200" spc="-2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learn</a:t>
            </a:r>
            <a:r>
              <a:rPr sz="2200" spc="-4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about</a:t>
            </a:r>
            <a:r>
              <a:rPr sz="2200" spc="-3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the</a:t>
            </a:r>
            <a:r>
              <a:rPr sz="2200" spc="-3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spc="-10" dirty="0">
                <a:latin typeface="Rockwell" panose="02060603020205020403" pitchFamily="18" charset="0"/>
                <a:cs typeface="Comic Sans MS"/>
              </a:rPr>
              <a:t>webpage.</a:t>
            </a:r>
            <a:endParaRPr sz="2200" dirty="0">
              <a:latin typeface="Rockwell" panose="02060603020205020403" pitchFamily="18" charset="0"/>
              <a:cs typeface="Comic Sans MS"/>
            </a:endParaRPr>
          </a:p>
          <a:p>
            <a:pPr marL="241300" marR="5080" indent="-228600" algn="just">
              <a:lnSpc>
                <a:spcPct val="140000"/>
              </a:lnSpc>
              <a:spcBef>
                <a:spcPts val="500"/>
              </a:spcBef>
              <a:buFont typeface="Tahoma"/>
              <a:buChar char="•"/>
              <a:tabLst>
                <a:tab pos="241300" algn="l"/>
              </a:tabLst>
            </a:pPr>
            <a:r>
              <a:rPr sz="2200" b="1" dirty="0">
                <a:solidFill>
                  <a:srgbClr val="6F2F9F"/>
                </a:solidFill>
                <a:latin typeface="Rockwell" panose="02060603020205020403" pitchFamily="18" charset="0"/>
                <a:cs typeface="Comic Sans MS"/>
              </a:rPr>
              <a:t>Viewport:</a:t>
            </a:r>
            <a:r>
              <a:rPr sz="2200" b="1" spc="-55" dirty="0">
                <a:solidFill>
                  <a:srgbClr val="6F2F9F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The</a:t>
            </a:r>
            <a:r>
              <a:rPr sz="2200" spc="-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viewport</a:t>
            </a:r>
            <a:r>
              <a:rPr sz="2200" spc="-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in</a:t>
            </a:r>
            <a:r>
              <a:rPr sz="2200" spc="-1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a</a:t>
            </a:r>
            <a:r>
              <a:rPr sz="2200" spc="-1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browser</a:t>
            </a:r>
            <a:r>
              <a:rPr sz="2200" spc="1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refers</a:t>
            </a:r>
            <a:r>
              <a:rPr sz="2200" spc="-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to</a:t>
            </a:r>
            <a:r>
              <a:rPr sz="2200" spc="-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the</a:t>
            </a:r>
            <a:r>
              <a:rPr sz="2200" spc="-1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area</a:t>
            </a:r>
            <a:r>
              <a:rPr sz="2200" spc="-1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of</a:t>
            </a:r>
            <a:r>
              <a:rPr sz="2200" spc="-3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a</a:t>
            </a:r>
            <a:r>
              <a:rPr sz="2200" spc="-3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web</a:t>
            </a:r>
            <a:r>
              <a:rPr sz="2200" spc="-3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page</a:t>
            </a:r>
            <a:r>
              <a:rPr sz="2200" spc="-45" dirty="0">
                <a:solidFill>
                  <a:srgbClr val="FF0000"/>
                </a:solidFill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that</a:t>
            </a:r>
            <a:r>
              <a:rPr sz="2200" spc="-2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spc="-50" dirty="0">
                <a:latin typeface="Rockwell" panose="02060603020205020403" pitchFamily="18" charset="0"/>
                <a:cs typeface="Comic Sans MS"/>
              </a:rPr>
              <a:t>a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user</a:t>
            </a:r>
            <a:r>
              <a:rPr sz="2200" spc="3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may</a:t>
            </a:r>
            <a:r>
              <a:rPr sz="2200" spc="2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see.</a:t>
            </a:r>
            <a:r>
              <a:rPr sz="2200" spc="2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The</a:t>
            </a:r>
            <a:r>
              <a:rPr sz="2200" spc="2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screen</a:t>
            </a:r>
            <a:r>
              <a:rPr sz="2200" spc="1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sizes</a:t>
            </a:r>
            <a:r>
              <a:rPr sz="2200" spc="4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of</a:t>
            </a:r>
            <a:r>
              <a:rPr sz="2200" spc="2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the</a:t>
            </a:r>
            <a:r>
              <a:rPr sz="2200" spc="2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devices</a:t>
            </a:r>
            <a:r>
              <a:rPr sz="2200" spc="1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used</a:t>
            </a:r>
            <a:r>
              <a:rPr sz="2200" spc="2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to</a:t>
            </a:r>
            <a:r>
              <a:rPr sz="2200" spc="1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view</a:t>
            </a:r>
            <a:r>
              <a:rPr sz="2200" spc="1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the</a:t>
            </a:r>
            <a:r>
              <a:rPr sz="2200" spc="2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website</a:t>
            </a:r>
            <a:r>
              <a:rPr sz="2200" spc="1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spc="-20" dirty="0">
                <a:latin typeface="Rockwell" panose="02060603020205020403" pitchFamily="18" charset="0"/>
                <a:cs typeface="Comic Sans MS"/>
              </a:rPr>
              <a:t>have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an</a:t>
            </a:r>
            <a:r>
              <a:rPr sz="2200" spc="1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impact</a:t>
            </a:r>
            <a:r>
              <a:rPr sz="2200" spc="1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on</a:t>
            </a:r>
            <a:r>
              <a:rPr sz="2200" spc="1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the</a:t>
            </a:r>
            <a:r>
              <a:rPr sz="2200" spc="1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viewport's</a:t>
            </a:r>
            <a:r>
              <a:rPr sz="2200" spc="2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size.</a:t>
            </a:r>
            <a:r>
              <a:rPr sz="2200" spc="3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A</a:t>
            </a:r>
            <a:r>
              <a:rPr sz="2200" spc="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laptop's</a:t>
            </a:r>
            <a:r>
              <a:rPr sz="2200" spc="3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viewport</a:t>
            </a:r>
            <a:r>
              <a:rPr sz="2200" spc="2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is</a:t>
            </a:r>
            <a:r>
              <a:rPr sz="2200" spc="1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greater</a:t>
            </a:r>
            <a:r>
              <a:rPr sz="2200" spc="2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than</a:t>
            </a:r>
            <a:r>
              <a:rPr sz="2200" spc="1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that</a:t>
            </a:r>
            <a:r>
              <a:rPr sz="2200" spc="3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spc="-25" dirty="0">
                <a:latin typeface="Rockwell" panose="02060603020205020403" pitchFamily="18" charset="0"/>
                <a:cs typeface="Comic Sans MS"/>
              </a:rPr>
              <a:t>of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a</a:t>
            </a:r>
            <a:r>
              <a:rPr sz="2200" spc="-3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phone</a:t>
            </a:r>
            <a:r>
              <a:rPr sz="2200" spc="-1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200" dirty="0">
                <a:latin typeface="Rockwell" panose="02060603020205020403" pitchFamily="18" charset="0"/>
                <a:cs typeface="Comic Sans MS"/>
              </a:rPr>
              <a:t>or</a:t>
            </a:r>
            <a:r>
              <a:rPr sz="2200" spc="-10" dirty="0">
                <a:latin typeface="Rockwell" panose="02060603020205020403" pitchFamily="18" charset="0"/>
                <a:cs typeface="Comic Sans MS"/>
              </a:rPr>
              <a:t> tablet.</a:t>
            </a:r>
            <a:endParaRPr sz="2200" dirty="0">
              <a:latin typeface="Rockwell" panose="02060603020205020403" pitchFamily="18" charset="0"/>
              <a:cs typeface="Comic Sans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22858"/>
            <a:ext cx="10360660" cy="5015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6350" indent="-229235" algn="just">
              <a:lnSpc>
                <a:spcPct val="140000"/>
              </a:lnSpc>
              <a:spcBef>
                <a:spcPts val="100"/>
              </a:spcBef>
              <a:buFont typeface="Tahoma"/>
              <a:buChar char="•"/>
              <a:tabLst>
                <a:tab pos="241300" algn="l"/>
                <a:tab pos="332105" algn="l"/>
              </a:tabLst>
            </a:pPr>
            <a:r>
              <a:rPr sz="2400" dirty="0">
                <a:latin typeface="Comic Sans MS"/>
                <a:cs typeface="Comic Sans MS"/>
              </a:rPr>
              <a:t>	</a:t>
            </a:r>
            <a:r>
              <a:rPr sz="2400" dirty="0">
                <a:solidFill>
                  <a:srgbClr val="6F2F9F"/>
                </a:solidFill>
                <a:latin typeface="Comic Sans MS"/>
                <a:cs typeface="Comic Sans MS"/>
              </a:rPr>
              <a:t>&lt;meta</a:t>
            </a:r>
            <a:r>
              <a:rPr sz="2400" spc="135" dirty="0">
                <a:solidFill>
                  <a:srgbClr val="6F2F9F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6F2F9F"/>
                </a:solidFill>
                <a:latin typeface="Comic Sans MS"/>
                <a:cs typeface="Comic Sans MS"/>
              </a:rPr>
              <a:t>charset="utf-</a:t>
            </a:r>
            <a:r>
              <a:rPr sz="2400" dirty="0">
                <a:solidFill>
                  <a:srgbClr val="6F2F9F"/>
                </a:solidFill>
                <a:latin typeface="Comic Sans MS"/>
                <a:cs typeface="Comic Sans MS"/>
              </a:rPr>
              <a:t>8"</a:t>
            </a:r>
            <a:r>
              <a:rPr sz="2400" spc="155" dirty="0">
                <a:solidFill>
                  <a:srgbClr val="6F2F9F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6F2F9F"/>
                </a:solidFill>
                <a:latin typeface="Comic Sans MS"/>
                <a:cs typeface="Comic Sans MS"/>
              </a:rPr>
              <a:t>name="viewport“content=</a:t>
            </a:r>
            <a:r>
              <a:rPr sz="2400" spc="155" dirty="0">
                <a:solidFill>
                  <a:srgbClr val="6F2F9F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6F2F9F"/>
                </a:solidFill>
                <a:latin typeface="Comic Sans MS"/>
                <a:cs typeface="Comic Sans MS"/>
              </a:rPr>
              <a:t>"width=device-width, </a:t>
            </a:r>
            <a:r>
              <a:rPr sz="2400" spc="-20" dirty="0">
                <a:solidFill>
                  <a:srgbClr val="6F2F9F"/>
                </a:solidFill>
                <a:latin typeface="Comic Sans MS"/>
                <a:cs typeface="Comic Sans MS"/>
              </a:rPr>
              <a:t>initial-</a:t>
            </a:r>
            <a:r>
              <a:rPr sz="2400" spc="-10" dirty="0">
                <a:solidFill>
                  <a:srgbClr val="6F2F9F"/>
                </a:solidFill>
                <a:latin typeface="Comic Sans MS"/>
                <a:cs typeface="Comic Sans MS"/>
              </a:rPr>
              <a:t>scale=1.0"&gt;</a:t>
            </a:r>
            <a:endParaRPr sz="2400" dirty="0">
              <a:latin typeface="Comic Sans MS"/>
              <a:cs typeface="Comic Sans MS"/>
            </a:endParaRPr>
          </a:p>
          <a:p>
            <a:pPr marL="228600" indent="-228600" algn="ctr">
              <a:lnSpc>
                <a:spcPct val="100000"/>
              </a:lnSpc>
              <a:spcBef>
                <a:spcPts val="2145"/>
              </a:spcBef>
              <a:buFont typeface="Tahoma"/>
              <a:buChar char="•"/>
              <a:tabLst>
                <a:tab pos="228600" algn="l"/>
              </a:tabLst>
            </a:pP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114" dirty="0"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width=device-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width</a:t>
            </a:r>
            <a:r>
              <a:rPr sz="2400" spc="1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part</a:t>
            </a:r>
            <a:r>
              <a:rPr sz="2400" spc="1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sets</a:t>
            </a:r>
            <a:r>
              <a:rPr sz="2400" spc="10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114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width</a:t>
            </a:r>
            <a:r>
              <a:rPr sz="2400" spc="1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of</a:t>
            </a:r>
            <a:r>
              <a:rPr sz="2400" spc="1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1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page</a:t>
            </a:r>
            <a:r>
              <a:rPr sz="2400" spc="1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to</a:t>
            </a:r>
            <a:r>
              <a:rPr sz="2400" spc="1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follow</a:t>
            </a:r>
            <a:r>
              <a:rPr sz="2400" spc="120" dirty="0">
                <a:latin typeface="Comic Sans MS"/>
                <a:cs typeface="Comic Sans MS"/>
              </a:rPr>
              <a:t> </a:t>
            </a:r>
            <a:r>
              <a:rPr sz="2400" spc="-25" dirty="0">
                <a:latin typeface="Comic Sans MS"/>
                <a:cs typeface="Comic Sans MS"/>
              </a:rPr>
              <a:t>the</a:t>
            </a:r>
            <a:endParaRPr sz="2400" dirty="0">
              <a:latin typeface="Comic Sans MS"/>
              <a:cs typeface="Comic Sans MS"/>
            </a:endParaRPr>
          </a:p>
          <a:p>
            <a:pPr marR="88900" algn="ctr">
              <a:lnSpc>
                <a:spcPct val="100000"/>
              </a:lnSpc>
              <a:spcBef>
                <a:spcPts val="1155"/>
              </a:spcBef>
            </a:pPr>
            <a:r>
              <a:rPr sz="2400" spc="-10" dirty="0">
                <a:latin typeface="Comic Sans MS"/>
                <a:cs typeface="Comic Sans MS"/>
              </a:rPr>
              <a:t>screen-</a:t>
            </a:r>
            <a:r>
              <a:rPr sz="2400" dirty="0">
                <a:latin typeface="Comic Sans MS"/>
                <a:cs typeface="Comic Sans MS"/>
              </a:rPr>
              <a:t>width</a:t>
            </a:r>
            <a:r>
              <a:rPr sz="2400" spc="-5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of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device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(which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will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vary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depending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on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device).</a:t>
            </a:r>
            <a:endParaRPr sz="2400" dirty="0">
              <a:latin typeface="Comic Sans MS"/>
              <a:cs typeface="Comic Sans MS"/>
            </a:endParaRPr>
          </a:p>
          <a:p>
            <a:pPr marL="241300" marR="5080" indent="-229235" algn="just">
              <a:lnSpc>
                <a:spcPct val="140100"/>
              </a:lnSpc>
              <a:spcBef>
                <a:spcPts val="1005"/>
              </a:spcBef>
              <a:buFont typeface="Tahoma"/>
              <a:buChar char="•"/>
              <a:tabLst>
                <a:tab pos="241300" algn="l"/>
              </a:tabLst>
            </a:pP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285" dirty="0">
                <a:latin typeface="Comic Sans MS"/>
                <a:cs typeface="Comic Sans MS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omic Sans MS"/>
                <a:cs typeface="Comic Sans MS"/>
              </a:rPr>
              <a:t>initial-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scale=1.0</a:t>
            </a:r>
            <a:r>
              <a:rPr sz="2400" spc="27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part</a:t>
            </a:r>
            <a:r>
              <a:rPr sz="2400" spc="27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sets</a:t>
            </a:r>
            <a:r>
              <a:rPr sz="2400" spc="254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27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initial</a:t>
            </a:r>
            <a:r>
              <a:rPr sz="2400" spc="26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zoom</a:t>
            </a:r>
            <a:r>
              <a:rPr sz="2400" spc="27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level</a:t>
            </a:r>
            <a:r>
              <a:rPr sz="2400" spc="27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when</a:t>
            </a:r>
            <a:r>
              <a:rPr sz="2400" spc="27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27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page</a:t>
            </a:r>
            <a:r>
              <a:rPr sz="2400" spc="285" dirty="0">
                <a:latin typeface="Comic Sans MS"/>
                <a:cs typeface="Comic Sans MS"/>
              </a:rPr>
              <a:t> </a:t>
            </a:r>
            <a:r>
              <a:rPr sz="2400" spc="-25" dirty="0">
                <a:latin typeface="Comic Sans MS"/>
                <a:cs typeface="Comic Sans MS"/>
              </a:rPr>
              <a:t>is </a:t>
            </a:r>
            <a:r>
              <a:rPr sz="2400" dirty="0">
                <a:latin typeface="Comic Sans MS"/>
                <a:cs typeface="Comic Sans MS"/>
              </a:rPr>
              <a:t>first</a:t>
            </a:r>
            <a:r>
              <a:rPr sz="2400" spc="-5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loaded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by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-5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browser.</a:t>
            </a:r>
            <a:endParaRPr sz="2400" dirty="0">
              <a:latin typeface="Comic Sans MS"/>
              <a:cs typeface="Comic Sans MS"/>
            </a:endParaRPr>
          </a:p>
          <a:p>
            <a:pPr marL="241300" marR="5715" indent="-229235" algn="just">
              <a:lnSpc>
                <a:spcPct val="140000"/>
              </a:lnSpc>
              <a:spcBef>
                <a:spcPts val="994"/>
              </a:spcBef>
              <a:buFont typeface="Tahoma"/>
              <a:buChar char="•"/>
              <a:tabLst>
                <a:tab pos="241300" algn="l"/>
              </a:tabLst>
            </a:pP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charset="utf-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8"</a:t>
            </a:r>
            <a:r>
              <a:rPr sz="2400" spc="505" dirty="0">
                <a:solidFill>
                  <a:srgbClr val="FF0000"/>
                </a:solidFill>
                <a:latin typeface="Comic Sans MS"/>
                <a:cs typeface="Comic Sans MS"/>
              </a:rPr>
              <a:t>  </a:t>
            </a:r>
            <a:r>
              <a:rPr sz="2400" dirty="0">
                <a:latin typeface="Comic Sans MS"/>
                <a:cs typeface="Comic Sans MS"/>
              </a:rPr>
              <a:t>:</a:t>
            </a:r>
            <a:r>
              <a:rPr sz="2400" dirty="0">
                <a:solidFill>
                  <a:srgbClr val="6F2F9F"/>
                </a:solidFill>
                <a:latin typeface="Comic Sans MS"/>
                <a:cs typeface="Comic Sans MS"/>
              </a:rPr>
              <a:t>Unicode</a:t>
            </a:r>
            <a:r>
              <a:rPr sz="2400" spc="509" dirty="0">
                <a:solidFill>
                  <a:srgbClr val="6F2F9F"/>
                </a:solidFill>
                <a:latin typeface="Comic Sans MS"/>
                <a:cs typeface="Comic Sans MS"/>
              </a:rPr>
              <a:t>  </a:t>
            </a:r>
            <a:r>
              <a:rPr sz="2400" dirty="0">
                <a:solidFill>
                  <a:srgbClr val="6F2F9F"/>
                </a:solidFill>
                <a:latin typeface="Comic Sans MS"/>
                <a:cs typeface="Comic Sans MS"/>
              </a:rPr>
              <a:t>Transformation</a:t>
            </a:r>
            <a:r>
              <a:rPr sz="2400" spc="509" dirty="0">
                <a:solidFill>
                  <a:srgbClr val="6F2F9F"/>
                </a:solidFill>
                <a:latin typeface="Comic Sans MS"/>
                <a:cs typeface="Comic Sans MS"/>
              </a:rPr>
              <a:t>  </a:t>
            </a:r>
            <a:r>
              <a:rPr sz="2400" dirty="0">
                <a:solidFill>
                  <a:srgbClr val="6F2F9F"/>
                </a:solidFill>
                <a:latin typeface="Comic Sans MS"/>
                <a:cs typeface="Comic Sans MS"/>
              </a:rPr>
              <a:t>Format</a:t>
            </a:r>
            <a:r>
              <a:rPr sz="2400" spc="509" dirty="0">
                <a:solidFill>
                  <a:srgbClr val="6F2F9F"/>
                </a:solidFill>
                <a:latin typeface="Comic Sans MS"/>
                <a:cs typeface="Comic Sans MS"/>
              </a:rPr>
              <a:t>  </a:t>
            </a:r>
            <a:r>
              <a:rPr sz="2400" dirty="0">
                <a:latin typeface="Comic Sans MS"/>
                <a:cs typeface="Comic Sans MS"/>
              </a:rPr>
              <a:t>specifies</a:t>
            </a:r>
            <a:r>
              <a:rPr sz="2400" spc="509" dirty="0">
                <a:latin typeface="Comic Sans MS"/>
                <a:cs typeface="Comic Sans MS"/>
              </a:rPr>
              <a:t>  </a:t>
            </a:r>
            <a:r>
              <a:rPr sz="2400" spc="-25" dirty="0">
                <a:latin typeface="Comic Sans MS"/>
                <a:cs typeface="Comic Sans MS"/>
              </a:rPr>
              <a:t>the </a:t>
            </a:r>
            <a:r>
              <a:rPr sz="2400" dirty="0">
                <a:latin typeface="Comic Sans MS"/>
                <a:cs typeface="Comic Sans MS"/>
              </a:rPr>
              <a:t>character</a:t>
            </a:r>
            <a:r>
              <a:rPr sz="2400" spc="-60" dirty="0">
                <a:latin typeface="Comic Sans MS"/>
                <a:cs typeface="Comic Sans MS"/>
              </a:rPr>
              <a:t>  </a:t>
            </a:r>
            <a:r>
              <a:rPr sz="2400" dirty="0">
                <a:latin typeface="Comic Sans MS"/>
                <a:cs typeface="Comic Sans MS"/>
              </a:rPr>
              <a:t>encoding</a:t>
            </a:r>
            <a:r>
              <a:rPr sz="2400" spc="-40" dirty="0">
                <a:latin typeface="Comic Sans MS"/>
                <a:cs typeface="Comic Sans MS"/>
              </a:rPr>
              <a:t>  </a:t>
            </a:r>
            <a:r>
              <a:rPr sz="2400" dirty="0">
                <a:latin typeface="Comic Sans MS"/>
                <a:cs typeface="Comic Sans MS"/>
              </a:rPr>
              <a:t>for</a:t>
            </a:r>
            <a:r>
              <a:rPr sz="2400" spc="-55" dirty="0">
                <a:latin typeface="Comic Sans MS"/>
                <a:cs typeface="Comic Sans MS"/>
              </a:rPr>
              <a:t> 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-55" dirty="0">
                <a:latin typeface="Comic Sans MS"/>
                <a:cs typeface="Comic Sans MS"/>
              </a:rPr>
              <a:t>  </a:t>
            </a:r>
            <a:r>
              <a:rPr sz="2400" dirty="0">
                <a:latin typeface="Comic Sans MS"/>
                <a:cs typeface="Comic Sans MS"/>
              </a:rPr>
              <a:t>HTML</a:t>
            </a:r>
            <a:r>
              <a:rPr sz="2400" spc="-50" dirty="0">
                <a:latin typeface="Comic Sans MS"/>
                <a:cs typeface="Comic Sans MS"/>
              </a:rPr>
              <a:t>  </a:t>
            </a:r>
            <a:r>
              <a:rPr sz="2400" dirty="0">
                <a:latin typeface="Comic Sans MS"/>
                <a:cs typeface="Comic Sans MS"/>
              </a:rPr>
              <a:t>document</a:t>
            </a:r>
            <a:r>
              <a:rPr sz="2400" spc="-45" dirty="0">
                <a:latin typeface="Comic Sans MS"/>
                <a:cs typeface="Comic Sans MS"/>
              </a:rPr>
              <a:t>  </a:t>
            </a:r>
            <a:r>
              <a:rPr sz="2400" spc="-30" dirty="0">
                <a:latin typeface="Comic Sans MS"/>
                <a:cs typeface="Comic Sans MS"/>
              </a:rPr>
              <a:t>UTF-</a:t>
            </a:r>
            <a:r>
              <a:rPr sz="2400" dirty="0">
                <a:latin typeface="Comic Sans MS"/>
                <a:cs typeface="Comic Sans MS"/>
              </a:rPr>
              <a:t>8</a:t>
            </a:r>
            <a:r>
              <a:rPr sz="2400" spc="-50" dirty="0">
                <a:latin typeface="Comic Sans MS"/>
                <a:cs typeface="Comic Sans MS"/>
              </a:rPr>
              <a:t>  </a:t>
            </a:r>
            <a:r>
              <a:rPr sz="2400" dirty="0">
                <a:latin typeface="Comic Sans MS"/>
                <a:cs typeface="Comic Sans MS"/>
              </a:rPr>
              <a:t>character</a:t>
            </a:r>
            <a:r>
              <a:rPr sz="2400" spc="-50" dirty="0">
                <a:latin typeface="Comic Sans MS"/>
                <a:cs typeface="Comic Sans MS"/>
              </a:rPr>
              <a:t>  </a:t>
            </a:r>
            <a:r>
              <a:rPr sz="2400" spc="-20" dirty="0">
                <a:latin typeface="Comic Sans MS"/>
                <a:cs typeface="Comic Sans MS"/>
              </a:rPr>
              <a:t>set, </a:t>
            </a:r>
            <a:r>
              <a:rPr sz="2400" dirty="0">
                <a:latin typeface="Comic Sans MS"/>
                <a:cs typeface="Comic Sans MS"/>
              </a:rPr>
              <a:t>which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covers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almost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all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of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characters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and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symbols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in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world!</a:t>
            </a:r>
            <a:endParaRPr sz="240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967" y="235966"/>
            <a:ext cx="4808855" cy="567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50" b="1" dirty="0">
                <a:latin typeface="Comic Sans MS"/>
                <a:cs typeface="Comic Sans MS"/>
              </a:rPr>
              <a:t>First</a:t>
            </a:r>
            <a:r>
              <a:rPr sz="3550" b="1" spc="-30" dirty="0">
                <a:latin typeface="Comic Sans MS"/>
                <a:cs typeface="Comic Sans MS"/>
              </a:rPr>
              <a:t> </a:t>
            </a:r>
            <a:r>
              <a:rPr sz="3550" b="1" dirty="0">
                <a:latin typeface="Comic Sans MS"/>
                <a:cs typeface="Comic Sans MS"/>
              </a:rPr>
              <a:t>HTML5</a:t>
            </a:r>
            <a:r>
              <a:rPr sz="3550" b="1" spc="-50" dirty="0">
                <a:latin typeface="Comic Sans MS"/>
                <a:cs typeface="Comic Sans MS"/>
              </a:rPr>
              <a:t> </a:t>
            </a:r>
            <a:r>
              <a:rPr sz="3550" b="1" spc="-10" dirty="0">
                <a:latin typeface="Comic Sans MS"/>
                <a:cs typeface="Comic Sans MS"/>
              </a:rPr>
              <a:t>Example</a:t>
            </a:r>
            <a:endParaRPr sz="355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4215" y="1199514"/>
            <a:ext cx="10670540" cy="342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dirty="0">
                <a:latin typeface="Comic Sans MS"/>
                <a:cs typeface="Comic Sans MS"/>
              </a:rPr>
              <a:t>&lt;!DOCTYPE</a:t>
            </a:r>
            <a:r>
              <a:rPr sz="2050" spc="10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html&gt;</a:t>
            </a:r>
            <a:endParaRPr sz="1800" dirty="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4967" y="1704213"/>
            <a:ext cx="4584700" cy="43770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25"/>
              </a:spcBef>
            </a:pPr>
            <a:r>
              <a:rPr sz="2050" b="1" spc="-10" dirty="0">
                <a:solidFill>
                  <a:srgbClr val="9900FF"/>
                </a:solidFill>
                <a:latin typeface="Comic Sans MS"/>
                <a:cs typeface="Comic Sans MS"/>
              </a:rPr>
              <a:t>&lt;html&gt;</a:t>
            </a:r>
            <a:endParaRPr sz="205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1510"/>
              </a:spcBef>
            </a:pPr>
            <a:r>
              <a:rPr sz="2050" spc="-10" dirty="0">
                <a:latin typeface="Comic Sans MS"/>
                <a:cs typeface="Comic Sans MS"/>
              </a:rPr>
              <a:t>&lt;head&gt;</a:t>
            </a:r>
            <a:endParaRPr sz="2050" dirty="0">
              <a:latin typeface="Comic Sans MS"/>
              <a:cs typeface="Comic Sans MS"/>
            </a:endParaRPr>
          </a:p>
          <a:p>
            <a:pPr marL="1231900">
              <a:lnSpc>
                <a:spcPct val="100000"/>
              </a:lnSpc>
              <a:spcBef>
                <a:spcPts val="1515"/>
              </a:spcBef>
            </a:pPr>
            <a:r>
              <a:rPr sz="2050" dirty="0">
                <a:latin typeface="Comic Sans MS"/>
                <a:cs typeface="Comic Sans MS"/>
              </a:rPr>
              <a:t>&lt;meta</a:t>
            </a:r>
            <a:r>
              <a:rPr sz="2050" spc="50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charset</a:t>
            </a:r>
            <a:r>
              <a:rPr sz="2050" spc="50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=</a:t>
            </a:r>
            <a:r>
              <a:rPr sz="2050" spc="50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"utf-</a:t>
            </a:r>
            <a:r>
              <a:rPr sz="2050" spc="-25" dirty="0">
                <a:latin typeface="Comic Sans MS"/>
                <a:cs typeface="Comic Sans MS"/>
              </a:rPr>
              <a:t>8"&gt;</a:t>
            </a:r>
            <a:endParaRPr sz="2050" dirty="0">
              <a:latin typeface="Comic Sans MS"/>
              <a:cs typeface="Comic Sans MS"/>
            </a:endParaRPr>
          </a:p>
          <a:p>
            <a:pPr marL="1231900">
              <a:lnSpc>
                <a:spcPct val="100000"/>
              </a:lnSpc>
              <a:spcBef>
                <a:spcPts val="1515"/>
              </a:spcBef>
            </a:pPr>
            <a:r>
              <a:rPr sz="2050" spc="-10" dirty="0">
                <a:latin typeface="Comic Sans MS"/>
                <a:cs typeface="Comic Sans MS"/>
              </a:rPr>
              <a:t>&lt;title&gt;Welcome&lt;/title&gt;</a:t>
            </a:r>
            <a:endParaRPr sz="205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1510"/>
              </a:spcBef>
            </a:pPr>
            <a:r>
              <a:rPr sz="2050" spc="-10" dirty="0">
                <a:latin typeface="Comic Sans MS"/>
                <a:cs typeface="Comic Sans MS"/>
              </a:rPr>
              <a:t>&lt;/head&gt;</a:t>
            </a:r>
            <a:endParaRPr sz="205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1510"/>
              </a:spcBef>
            </a:pPr>
            <a:r>
              <a:rPr sz="2050" spc="-10" dirty="0">
                <a:latin typeface="Comic Sans MS"/>
                <a:cs typeface="Comic Sans MS"/>
              </a:rPr>
              <a:t>&lt;body&gt;</a:t>
            </a:r>
            <a:endParaRPr sz="2050" dirty="0">
              <a:latin typeface="Comic Sans MS"/>
              <a:cs typeface="Comic Sans MS"/>
            </a:endParaRPr>
          </a:p>
          <a:p>
            <a:pPr marL="1231900">
              <a:lnSpc>
                <a:spcPct val="100000"/>
              </a:lnSpc>
              <a:spcBef>
                <a:spcPts val="1515"/>
              </a:spcBef>
            </a:pPr>
            <a:r>
              <a:rPr sz="2050" dirty="0">
                <a:latin typeface="Comic Sans MS"/>
                <a:cs typeface="Comic Sans MS"/>
              </a:rPr>
              <a:t>&lt;p&gt;Welcome</a:t>
            </a:r>
            <a:r>
              <a:rPr sz="2050" spc="70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to</a:t>
            </a:r>
            <a:r>
              <a:rPr sz="2050" spc="70" dirty="0">
                <a:latin typeface="Comic Sans MS"/>
                <a:cs typeface="Comic Sans MS"/>
              </a:rPr>
              <a:t> </a:t>
            </a:r>
            <a:r>
              <a:rPr sz="2050" spc="-10" dirty="0">
                <a:latin typeface="Comic Sans MS"/>
                <a:cs typeface="Comic Sans MS"/>
              </a:rPr>
              <a:t>HTML5!&lt;/p&gt;</a:t>
            </a:r>
            <a:endParaRPr sz="205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1500"/>
              </a:spcBef>
            </a:pPr>
            <a:r>
              <a:rPr sz="2050" spc="-10" dirty="0">
                <a:latin typeface="Comic Sans MS"/>
                <a:cs typeface="Comic Sans MS"/>
              </a:rPr>
              <a:t>&lt;/body&gt;</a:t>
            </a:r>
            <a:endParaRPr sz="205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2050" b="1" spc="-10" dirty="0">
                <a:solidFill>
                  <a:srgbClr val="9900FF"/>
                </a:solidFill>
                <a:latin typeface="Comic Sans MS"/>
                <a:cs typeface="Comic Sans MS"/>
              </a:rPr>
              <a:t>&lt;/html&gt;</a:t>
            </a:r>
            <a:endParaRPr sz="2050" dirty="0">
              <a:latin typeface="Comic Sans MS"/>
              <a:cs typeface="Comic Sans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45095" y="3526535"/>
            <a:ext cx="4584700" cy="27305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130165" y="1901443"/>
            <a:ext cx="4277995" cy="120650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50"/>
              </a:spcBef>
            </a:pPr>
            <a:r>
              <a:rPr sz="1600" b="1" dirty="0">
                <a:solidFill>
                  <a:srgbClr val="0000FF"/>
                </a:solidFill>
                <a:latin typeface="Calibri"/>
                <a:cs typeface="Calibri"/>
              </a:rPr>
              <a:t>Unicode</a:t>
            </a:r>
            <a:r>
              <a:rPr sz="1600" b="1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0000FF"/>
                </a:solidFill>
                <a:latin typeface="Calibri"/>
                <a:cs typeface="Calibri"/>
              </a:rPr>
              <a:t>Transformation</a:t>
            </a:r>
            <a:r>
              <a:rPr sz="1600" b="1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00FF"/>
                </a:solidFill>
                <a:latin typeface="Calibri"/>
                <a:cs typeface="Calibri"/>
              </a:rPr>
              <a:t>Format</a:t>
            </a:r>
            <a:r>
              <a:rPr sz="1600" b="1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000FF"/>
                </a:solidFill>
                <a:latin typeface="Verdana"/>
                <a:cs typeface="Verdana"/>
              </a:rPr>
              <a:t>specifies</a:t>
            </a:r>
            <a:r>
              <a:rPr sz="1500" b="1" spc="-2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500" b="1" spc="-25" dirty="0">
                <a:solidFill>
                  <a:srgbClr val="0000FF"/>
                </a:solidFill>
                <a:latin typeface="Verdana"/>
                <a:cs typeface="Verdana"/>
              </a:rPr>
              <a:t>the </a:t>
            </a:r>
            <a:r>
              <a:rPr sz="1500" b="1" dirty="0">
                <a:solidFill>
                  <a:srgbClr val="0000FF"/>
                </a:solidFill>
                <a:latin typeface="Verdana"/>
                <a:cs typeface="Verdana"/>
              </a:rPr>
              <a:t>character</a:t>
            </a:r>
            <a:r>
              <a:rPr sz="1500" b="1" spc="5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0000FF"/>
                </a:solidFill>
                <a:latin typeface="Verdana"/>
                <a:cs typeface="Verdana"/>
              </a:rPr>
              <a:t>encoding</a:t>
            </a:r>
            <a:r>
              <a:rPr sz="1500" b="1" spc="5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0000FF"/>
                </a:solidFill>
                <a:latin typeface="Verdana"/>
                <a:cs typeface="Verdana"/>
              </a:rPr>
              <a:t>for</a:t>
            </a:r>
            <a:r>
              <a:rPr sz="1500" b="1" spc="8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0000FF"/>
                </a:solidFill>
                <a:latin typeface="Verdana"/>
                <a:cs typeface="Verdana"/>
              </a:rPr>
              <a:t>the</a:t>
            </a:r>
            <a:r>
              <a:rPr sz="1500" b="1" spc="7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500" b="1" spc="-20" dirty="0">
                <a:solidFill>
                  <a:srgbClr val="0000FF"/>
                </a:solidFill>
                <a:latin typeface="Verdana"/>
                <a:cs typeface="Verdana"/>
              </a:rPr>
              <a:t>HTML </a:t>
            </a:r>
            <a:r>
              <a:rPr sz="1500" b="1" dirty="0">
                <a:solidFill>
                  <a:srgbClr val="0000FF"/>
                </a:solidFill>
                <a:latin typeface="Verdana"/>
                <a:cs typeface="Verdana"/>
              </a:rPr>
              <a:t>document</a:t>
            </a:r>
            <a:r>
              <a:rPr sz="1500" b="1" spc="7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0000FF"/>
                </a:solidFill>
                <a:latin typeface="Verdana"/>
                <a:cs typeface="Verdana"/>
              </a:rPr>
              <a:t>UTF-8</a:t>
            </a:r>
            <a:r>
              <a:rPr sz="1500" b="1" spc="12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0000FF"/>
                </a:solidFill>
                <a:latin typeface="Verdana"/>
                <a:cs typeface="Verdana"/>
              </a:rPr>
              <a:t>character</a:t>
            </a:r>
            <a:r>
              <a:rPr sz="1500" b="1" spc="6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0000FF"/>
                </a:solidFill>
                <a:latin typeface="Verdana"/>
                <a:cs typeface="Verdana"/>
              </a:rPr>
              <a:t>set,</a:t>
            </a:r>
            <a:r>
              <a:rPr sz="1500" b="1" spc="8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500" b="1" spc="-10" dirty="0">
                <a:solidFill>
                  <a:srgbClr val="0000FF"/>
                </a:solidFill>
                <a:latin typeface="Verdana"/>
                <a:cs typeface="Verdana"/>
              </a:rPr>
              <a:t>which </a:t>
            </a:r>
            <a:r>
              <a:rPr sz="1500" b="1" dirty="0">
                <a:solidFill>
                  <a:srgbClr val="0000FF"/>
                </a:solidFill>
                <a:latin typeface="Verdana"/>
                <a:cs typeface="Verdana"/>
              </a:rPr>
              <a:t>covers</a:t>
            </a:r>
            <a:r>
              <a:rPr sz="1500" b="1" spc="7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0000FF"/>
                </a:solidFill>
                <a:latin typeface="Verdana"/>
                <a:cs typeface="Verdana"/>
              </a:rPr>
              <a:t>almost</a:t>
            </a:r>
            <a:r>
              <a:rPr sz="1500" b="1" spc="6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0000FF"/>
                </a:solidFill>
                <a:latin typeface="Verdana"/>
                <a:cs typeface="Verdana"/>
              </a:rPr>
              <a:t>all</a:t>
            </a:r>
            <a:r>
              <a:rPr sz="1500" b="1" spc="6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0000FF"/>
                </a:solidFill>
                <a:latin typeface="Verdana"/>
                <a:cs typeface="Verdana"/>
              </a:rPr>
              <a:t>of</a:t>
            </a:r>
            <a:r>
              <a:rPr sz="1500" b="1" spc="8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0000FF"/>
                </a:solidFill>
                <a:latin typeface="Verdana"/>
                <a:cs typeface="Verdana"/>
              </a:rPr>
              <a:t>the</a:t>
            </a:r>
            <a:r>
              <a:rPr sz="1500" b="1" spc="7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0000FF"/>
                </a:solidFill>
                <a:latin typeface="Verdana"/>
                <a:cs typeface="Verdana"/>
              </a:rPr>
              <a:t>characters</a:t>
            </a:r>
            <a:r>
              <a:rPr sz="1500" b="1" spc="4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500" b="1" spc="-25" dirty="0">
                <a:solidFill>
                  <a:srgbClr val="0000FF"/>
                </a:solidFill>
                <a:latin typeface="Verdana"/>
                <a:cs typeface="Verdana"/>
              </a:rPr>
              <a:t>and </a:t>
            </a:r>
            <a:r>
              <a:rPr sz="1500" b="1" dirty="0">
                <a:solidFill>
                  <a:srgbClr val="0000FF"/>
                </a:solidFill>
                <a:latin typeface="Verdana"/>
                <a:cs typeface="Verdana"/>
              </a:rPr>
              <a:t>symbols</a:t>
            </a:r>
            <a:r>
              <a:rPr sz="1500" b="1" spc="6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0000FF"/>
                </a:solidFill>
                <a:latin typeface="Verdana"/>
                <a:cs typeface="Verdana"/>
              </a:rPr>
              <a:t>in</a:t>
            </a:r>
            <a:r>
              <a:rPr sz="1500" b="1" spc="7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0000FF"/>
                </a:solidFill>
                <a:latin typeface="Verdana"/>
                <a:cs typeface="Verdana"/>
              </a:rPr>
              <a:t>the</a:t>
            </a:r>
            <a:r>
              <a:rPr sz="1500" b="1" spc="6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500" b="1" spc="-10" dirty="0">
                <a:solidFill>
                  <a:srgbClr val="0000FF"/>
                </a:solidFill>
                <a:latin typeface="Verdana"/>
                <a:cs typeface="Verdana"/>
              </a:rPr>
              <a:t>world!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948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114"/>
              </a:spcBef>
            </a:pPr>
            <a:r>
              <a:rPr sz="3800" spc="-10" dirty="0"/>
              <a:t>Description</a:t>
            </a:r>
            <a:endParaRPr sz="3800" dirty="0"/>
          </a:p>
        </p:txBody>
      </p:sp>
      <p:sp>
        <p:nvSpPr>
          <p:cNvPr id="3" name="object 3"/>
          <p:cNvSpPr txBox="1"/>
          <p:nvPr/>
        </p:nvSpPr>
        <p:spPr>
          <a:xfrm>
            <a:off x="524967" y="1638681"/>
            <a:ext cx="1114488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78535" algn="l"/>
                <a:tab pos="3042285" algn="l"/>
                <a:tab pos="4194175" algn="l"/>
                <a:tab pos="6176010" algn="l"/>
                <a:tab pos="7583170" algn="l"/>
                <a:tab pos="8437880" algn="l"/>
                <a:tab pos="10169525" algn="l"/>
                <a:tab pos="10753090" algn="l"/>
              </a:tabLst>
            </a:pPr>
            <a:r>
              <a:rPr sz="1600" spc="-20" dirty="0">
                <a:solidFill>
                  <a:srgbClr val="F3A346"/>
                </a:solidFill>
                <a:latin typeface="Comic Sans MS"/>
                <a:cs typeface="Comic Sans MS"/>
              </a:rPr>
              <a:t>¨</a:t>
            </a:r>
            <a:r>
              <a:rPr sz="2600" spc="-20" dirty="0">
                <a:latin typeface="Comic Sans MS"/>
                <a:cs typeface="Comic Sans MS"/>
              </a:rPr>
              <a:t>The</a:t>
            </a:r>
            <a:r>
              <a:rPr sz="2600" dirty="0">
                <a:latin typeface="Comic Sans MS"/>
                <a:cs typeface="Comic Sans MS"/>
              </a:rPr>
              <a:t>	</a:t>
            </a:r>
            <a:r>
              <a:rPr sz="2600" b="1" spc="-10" dirty="0">
                <a:latin typeface="Comic Sans MS"/>
                <a:cs typeface="Comic Sans MS"/>
              </a:rPr>
              <a:t>&lt;!DOCTYPE</a:t>
            </a:r>
            <a:r>
              <a:rPr sz="2600" b="1" dirty="0">
                <a:latin typeface="Comic Sans MS"/>
                <a:cs typeface="Comic Sans MS"/>
              </a:rPr>
              <a:t>	</a:t>
            </a:r>
            <a:r>
              <a:rPr sz="2600" b="1" spc="-10" dirty="0">
                <a:latin typeface="Comic Sans MS"/>
                <a:cs typeface="Comic Sans MS"/>
              </a:rPr>
              <a:t>html&gt;</a:t>
            </a:r>
            <a:r>
              <a:rPr sz="2600" b="1" dirty="0">
                <a:latin typeface="Comic Sans MS"/>
                <a:cs typeface="Comic Sans MS"/>
              </a:rPr>
              <a:t>	</a:t>
            </a:r>
            <a:r>
              <a:rPr sz="2600" spc="-10" dirty="0">
                <a:latin typeface="Comic Sans MS"/>
                <a:cs typeface="Comic Sans MS"/>
              </a:rPr>
              <a:t>declaration</a:t>
            </a:r>
            <a:r>
              <a:rPr sz="2600" dirty="0">
                <a:latin typeface="Comic Sans MS"/>
                <a:cs typeface="Comic Sans MS"/>
              </a:rPr>
              <a:t>	</a:t>
            </a:r>
            <a:r>
              <a:rPr sz="2600" spc="-10" dirty="0">
                <a:latin typeface="Comic Sans MS"/>
                <a:cs typeface="Comic Sans MS"/>
              </a:rPr>
              <a:t>defines</a:t>
            </a:r>
            <a:r>
              <a:rPr sz="2600" dirty="0">
                <a:latin typeface="Comic Sans MS"/>
                <a:cs typeface="Comic Sans MS"/>
              </a:rPr>
              <a:t>	</a:t>
            </a:r>
            <a:r>
              <a:rPr sz="2600" spc="-20" dirty="0">
                <a:latin typeface="Comic Sans MS"/>
                <a:cs typeface="Comic Sans MS"/>
              </a:rPr>
              <a:t>this</a:t>
            </a:r>
            <a:r>
              <a:rPr sz="2600" dirty="0">
                <a:latin typeface="Comic Sans MS"/>
                <a:cs typeface="Comic Sans MS"/>
              </a:rPr>
              <a:t>	</a:t>
            </a:r>
            <a:r>
              <a:rPr sz="2600" spc="-10" dirty="0">
                <a:latin typeface="Comic Sans MS"/>
                <a:cs typeface="Comic Sans MS"/>
              </a:rPr>
              <a:t>document</a:t>
            </a:r>
            <a:r>
              <a:rPr sz="2600" dirty="0">
                <a:latin typeface="Comic Sans MS"/>
                <a:cs typeface="Comic Sans MS"/>
              </a:rPr>
              <a:t>	</a:t>
            </a:r>
            <a:r>
              <a:rPr sz="2600" spc="-25" dirty="0">
                <a:latin typeface="Comic Sans MS"/>
                <a:cs typeface="Comic Sans MS"/>
              </a:rPr>
              <a:t>to</a:t>
            </a:r>
            <a:r>
              <a:rPr sz="2600" dirty="0">
                <a:latin typeface="Comic Sans MS"/>
                <a:cs typeface="Comic Sans MS"/>
              </a:rPr>
              <a:t>	</a:t>
            </a:r>
            <a:r>
              <a:rPr sz="2600" spc="-25" dirty="0">
                <a:latin typeface="Comic Sans MS"/>
                <a:cs typeface="Comic Sans MS"/>
              </a:rPr>
              <a:t>be</a:t>
            </a:r>
            <a:endParaRPr sz="2600" dirty="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4967" y="1916049"/>
            <a:ext cx="10924540" cy="814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100"/>
              </a:lnSpc>
              <a:spcBef>
                <a:spcPts val="105"/>
              </a:spcBef>
            </a:pPr>
            <a:r>
              <a:rPr sz="2600" spc="-10" dirty="0">
                <a:latin typeface="Comic Sans MS"/>
                <a:cs typeface="Comic Sans MS"/>
              </a:rPr>
              <a:t>HTML5</a:t>
            </a:r>
            <a:endParaRPr sz="2600" dirty="0">
              <a:latin typeface="Comic Sans MS"/>
              <a:cs typeface="Comic Sans MS"/>
            </a:endParaRPr>
          </a:p>
          <a:p>
            <a:pPr marL="12700">
              <a:lnSpc>
                <a:spcPts val="3100"/>
              </a:lnSpc>
            </a:pPr>
            <a:r>
              <a:rPr sz="1600" dirty="0">
                <a:solidFill>
                  <a:srgbClr val="F3A346"/>
                </a:solidFill>
                <a:latin typeface="Comic Sans MS"/>
                <a:cs typeface="Comic Sans MS"/>
              </a:rPr>
              <a:t>¨</a:t>
            </a:r>
            <a:r>
              <a:rPr sz="2600" dirty="0">
                <a:latin typeface="Comic Sans MS"/>
                <a:cs typeface="Comic Sans MS"/>
              </a:rPr>
              <a:t>The</a:t>
            </a:r>
            <a:r>
              <a:rPr sz="2600" spc="-40" dirty="0">
                <a:latin typeface="Comic Sans MS"/>
                <a:cs typeface="Comic Sans MS"/>
              </a:rPr>
              <a:t> </a:t>
            </a:r>
            <a:r>
              <a:rPr sz="2600" dirty="0">
                <a:latin typeface="Comic Sans MS"/>
                <a:cs typeface="Comic Sans MS"/>
              </a:rPr>
              <a:t>text</a:t>
            </a:r>
            <a:r>
              <a:rPr sz="2600" spc="-15" dirty="0">
                <a:latin typeface="Comic Sans MS"/>
                <a:cs typeface="Comic Sans MS"/>
              </a:rPr>
              <a:t> </a:t>
            </a:r>
            <a:r>
              <a:rPr sz="2600" dirty="0">
                <a:latin typeface="Comic Sans MS"/>
                <a:cs typeface="Comic Sans MS"/>
              </a:rPr>
              <a:t>between</a:t>
            </a:r>
            <a:r>
              <a:rPr sz="2600" spc="-35" dirty="0">
                <a:latin typeface="Comic Sans MS"/>
                <a:cs typeface="Comic Sans MS"/>
              </a:rPr>
              <a:t> </a:t>
            </a:r>
            <a:r>
              <a:rPr sz="2600" b="1" spc="-10" dirty="0">
                <a:latin typeface="Comic Sans MS"/>
                <a:cs typeface="Comic Sans MS"/>
              </a:rPr>
              <a:t>&lt;html&gt;</a:t>
            </a:r>
            <a:r>
              <a:rPr sz="2600" b="1" spc="-345" dirty="0">
                <a:latin typeface="Comic Sans MS"/>
                <a:cs typeface="Comic Sans MS"/>
              </a:rPr>
              <a:t> </a:t>
            </a:r>
            <a:r>
              <a:rPr sz="2600" dirty="0">
                <a:latin typeface="Comic Sans MS"/>
                <a:cs typeface="Comic Sans MS"/>
              </a:rPr>
              <a:t>and</a:t>
            </a:r>
            <a:r>
              <a:rPr sz="2600" spc="-35" dirty="0">
                <a:latin typeface="Comic Sans MS"/>
                <a:cs typeface="Comic Sans MS"/>
              </a:rPr>
              <a:t> </a:t>
            </a:r>
            <a:r>
              <a:rPr sz="2600" b="1" spc="-10" dirty="0">
                <a:latin typeface="Comic Sans MS"/>
                <a:cs typeface="Comic Sans MS"/>
              </a:rPr>
              <a:t>&lt;/html&gt;</a:t>
            </a:r>
            <a:r>
              <a:rPr sz="2600" b="1" spc="-360" dirty="0">
                <a:latin typeface="Comic Sans MS"/>
                <a:cs typeface="Comic Sans MS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omic Sans MS"/>
                <a:cs typeface="Comic Sans MS"/>
              </a:rPr>
              <a:t>describes</a:t>
            </a:r>
            <a:r>
              <a:rPr sz="2600" b="1" spc="-50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omic Sans MS"/>
                <a:cs typeface="Comic Sans MS"/>
              </a:rPr>
              <a:t>an</a:t>
            </a:r>
            <a:r>
              <a:rPr sz="2600" b="1" spc="-20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omic Sans MS"/>
                <a:cs typeface="Comic Sans MS"/>
              </a:rPr>
              <a:t>HTML</a:t>
            </a:r>
            <a:r>
              <a:rPr sz="2600" b="1" spc="-15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omic Sans MS"/>
                <a:cs typeface="Comic Sans MS"/>
              </a:rPr>
              <a:t>document</a:t>
            </a:r>
            <a:endParaRPr sz="2600" dirty="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4967" y="2699080"/>
            <a:ext cx="1114488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01065" algn="l"/>
                <a:tab pos="1767839" algn="l"/>
                <a:tab pos="3240405" algn="l"/>
                <a:tab pos="5292090" algn="l"/>
                <a:tab pos="8270240" algn="l"/>
              </a:tabLst>
            </a:pPr>
            <a:r>
              <a:rPr sz="1600" spc="-20" dirty="0">
                <a:solidFill>
                  <a:srgbClr val="F3A346"/>
                </a:solidFill>
                <a:latin typeface="Comic Sans MS"/>
                <a:cs typeface="Comic Sans MS"/>
              </a:rPr>
              <a:t>¨</a:t>
            </a:r>
            <a:r>
              <a:rPr sz="2600" spc="-20" dirty="0">
                <a:latin typeface="Comic Sans MS"/>
                <a:cs typeface="Comic Sans MS"/>
              </a:rPr>
              <a:t>The</a:t>
            </a:r>
            <a:r>
              <a:rPr sz="2600" dirty="0">
                <a:latin typeface="Comic Sans MS"/>
                <a:cs typeface="Comic Sans MS"/>
              </a:rPr>
              <a:t>	</a:t>
            </a:r>
            <a:r>
              <a:rPr sz="2600" spc="-20" dirty="0">
                <a:latin typeface="Comic Sans MS"/>
                <a:cs typeface="Comic Sans MS"/>
              </a:rPr>
              <a:t>text</a:t>
            </a:r>
            <a:r>
              <a:rPr sz="2600" dirty="0">
                <a:latin typeface="Comic Sans MS"/>
                <a:cs typeface="Comic Sans MS"/>
              </a:rPr>
              <a:t>	</a:t>
            </a:r>
            <a:r>
              <a:rPr sz="2600" spc="-10" dirty="0">
                <a:latin typeface="Comic Sans MS"/>
                <a:cs typeface="Comic Sans MS"/>
              </a:rPr>
              <a:t>between</a:t>
            </a:r>
            <a:r>
              <a:rPr sz="2600" dirty="0">
                <a:latin typeface="Comic Sans MS"/>
                <a:cs typeface="Comic Sans MS"/>
              </a:rPr>
              <a:t>	</a:t>
            </a:r>
            <a:r>
              <a:rPr sz="2600" b="1" dirty="0">
                <a:latin typeface="Comic Sans MS"/>
                <a:cs typeface="Comic Sans MS"/>
              </a:rPr>
              <a:t>&lt;head&gt;</a:t>
            </a:r>
            <a:r>
              <a:rPr sz="2600" b="1" spc="240" dirty="0">
                <a:latin typeface="Comic Sans MS"/>
                <a:cs typeface="Comic Sans MS"/>
              </a:rPr>
              <a:t> </a:t>
            </a:r>
            <a:r>
              <a:rPr sz="2600" spc="-25" dirty="0">
                <a:latin typeface="Comic Sans MS"/>
                <a:cs typeface="Comic Sans MS"/>
              </a:rPr>
              <a:t>and</a:t>
            </a:r>
            <a:r>
              <a:rPr sz="2600" dirty="0">
                <a:latin typeface="Comic Sans MS"/>
                <a:cs typeface="Comic Sans MS"/>
              </a:rPr>
              <a:t>	</a:t>
            </a:r>
            <a:r>
              <a:rPr sz="2600" b="1" dirty="0">
                <a:latin typeface="Comic Sans MS"/>
                <a:cs typeface="Comic Sans MS"/>
              </a:rPr>
              <a:t>&lt;/head&gt;</a:t>
            </a:r>
            <a:r>
              <a:rPr sz="2600" b="1" spc="220" dirty="0">
                <a:latin typeface="Comic Sans MS"/>
                <a:cs typeface="Comic Sans MS"/>
              </a:rPr>
              <a:t> </a:t>
            </a:r>
            <a:r>
              <a:rPr sz="2600" spc="-10" dirty="0">
                <a:latin typeface="Comic Sans MS"/>
                <a:cs typeface="Comic Sans MS"/>
              </a:rPr>
              <a:t>provides</a:t>
            </a:r>
            <a:r>
              <a:rPr sz="2600" dirty="0">
                <a:latin typeface="Comic Sans MS"/>
                <a:cs typeface="Comic Sans MS"/>
              </a:rPr>
              <a:t>	</a:t>
            </a:r>
            <a:r>
              <a:rPr sz="2600" b="1" dirty="0">
                <a:solidFill>
                  <a:srgbClr val="C00000"/>
                </a:solidFill>
                <a:latin typeface="Comic Sans MS"/>
                <a:cs typeface="Comic Sans MS"/>
              </a:rPr>
              <a:t>information</a:t>
            </a:r>
            <a:r>
              <a:rPr sz="2600" b="1" spc="204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omic Sans MS"/>
                <a:cs typeface="Comic Sans MS"/>
              </a:rPr>
              <a:t>about</a:t>
            </a:r>
            <a:endParaRPr sz="26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4967" y="2977133"/>
            <a:ext cx="217868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C00000"/>
                </a:solidFill>
                <a:latin typeface="Comic Sans MS"/>
                <a:cs typeface="Comic Sans MS"/>
              </a:rPr>
              <a:t>the</a:t>
            </a:r>
            <a:r>
              <a:rPr sz="2600" b="1" spc="-20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omic Sans MS"/>
                <a:cs typeface="Comic Sans MS"/>
              </a:rPr>
              <a:t>document</a:t>
            </a:r>
            <a:endParaRPr sz="26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4967" y="3368802"/>
            <a:ext cx="1114552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62025" algn="l"/>
                <a:tab pos="1887220" algn="l"/>
                <a:tab pos="3422015" algn="l"/>
                <a:tab pos="4741545" algn="l"/>
                <a:tab pos="5517515" algn="l"/>
                <a:tab pos="7005320" algn="l"/>
                <a:tab pos="8540115" algn="l"/>
                <a:tab pos="8948420" algn="l"/>
                <a:tab pos="9864725" algn="l"/>
                <a:tab pos="10603865" algn="l"/>
              </a:tabLst>
            </a:pPr>
            <a:r>
              <a:rPr sz="1600" spc="-20" dirty="0">
                <a:solidFill>
                  <a:srgbClr val="F3A346"/>
                </a:solidFill>
                <a:latin typeface="Comic Sans MS"/>
                <a:cs typeface="Comic Sans MS"/>
              </a:rPr>
              <a:t>¨</a:t>
            </a:r>
            <a:r>
              <a:rPr sz="2600" spc="-20" dirty="0">
                <a:latin typeface="Comic Sans MS"/>
                <a:cs typeface="Comic Sans MS"/>
              </a:rPr>
              <a:t>The</a:t>
            </a:r>
            <a:r>
              <a:rPr sz="2600" dirty="0">
                <a:latin typeface="Comic Sans MS"/>
                <a:cs typeface="Comic Sans MS"/>
              </a:rPr>
              <a:t>	</a:t>
            </a:r>
            <a:r>
              <a:rPr sz="2600" spc="-20" dirty="0">
                <a:latin typeface="Comic Sans MS"/>
                <a:cs typeface="Comic Sans MS"/>
              </a:rPr>
              <a:t>text</a:t>
            </a:r>
            <a:r>
              <a:rPr sz="2600" dirty="0">
                <a:latin typeface="Comic Sans MS"/>
                <a:cs typeface="Comic Sans MS"/>
              </a:rPr>
              <a:t>	</a:t>
            </a:r>
            <a:r>
              <a:rPr sz="2600" spc="-10" dirty="0">
                <a:latin typeface="Comic Sans MS"/>
                <a:cs typeface="Comic Sans MS"/>
              </a:rPr>
              <a:t>between</a:t>
            </a:r>
            <a:r>
              <a:rPr sz="2600" dirty="0">
                <a:latin typeface="Comic Sans MS"/>
                <a:cs typeface="Comic Sans MS"/>
              </a:rPr>
              <a:t>	</a:t>
            </a:r>
            <a:r>
              <a:rPr sz="2600" b="1" spc="-10" dirty="0">
                <a:latin typeface="Comic Sans MS"/>
                <a:cs typeface="Comic Sans MS"/>
              </a:rPr>
              <a:t>&lt;title&gt;</a:t>
            </a:r>
            <a:r>
              <a:rPr sz="2600" b="1" dirty="0">
                <a:latin typeface="Comic Sans MS"/>
                <a:cs typeface="Comic Sans MS"/>
              </a:rPr>
              <a:t>	</a:t>
            </a:r>
            <a:r>
              <a:rPr sz="2600" spc="-25" dirty="0">
                <a:latin typeface="Comic Sans MS"/>
                <a:cs typeface="Comic Sans MS"/>
              </a:rPr>
              <a:t>and</a:t>
            </a:r>
            <a:r>
              <a:rPr sz="2600" dirty="0">
                <a:latin typeface="Comic Sans MS"/>
                <a:cs typeface="Comic Sans MS"/>
              </a:rPr>
              <a:t>	</a:t>
            </a:r>
            <a:r>
              <a:rPr sz="2600" b="1" spc="-10" dirty="0">
                <a:latin typeface="Comic Sans MS"/>
                <a:cs typeface="Comic Sans MS"/>
              </a:rPr>
              <a:t>&lt;/title&gt;</a:t>
            </a:r>
            <a:r>
              <a:rPr sz="2600" b="1" dirty="0">
                <a:latin typeface="Comic Sans MS"/>
                <a:cs typeface="Comic Sans MS"/>
              </a:rPr>
              <a:t>	</a:t>
            </a:r>
            <a:r>
              <a:rPr sz="2600" spc="-10" dirty="0">
                <a:latin typeface="Comic Sans MS"/>
                <a:cs typeface="Comic Sans MS"/>
              </a:rPr>
              <a:t>provides</a:t>
            </a:r>
            <a:r>
              <a:rPr sz="2600" dirty="0">
                <a:latin typeface="Comic Sans MS"/>
                <a:cs typeface="Comic Sans MS"/>
              </a:rPr>
              <a:t>	</a:t>
            </a:r>
            <a:r>
              <a:rPr sz="2600" spc="-50" dirty="0">
                <a:latin typeface="Comic Sans MS"/>
                <a:cs typeface="Comic Sans MS"/>
              </a:rPr>
              <a:t>a</a:t>
            </a:r>
            <a:r>
              <a:rPr sz="2600" dirty="0">
                <a:latin typeface="Comic Sans MS"/>
                <a:cs typeface="Comic Sans MS"/>
              </a:rPr>
              <a:t>	</a:t>
            </a:r>
            <a:r>
              <a:rPr sz="2600" spc="-10" dirty="0">
                <a:solidFill>
                  <a:srgbClr val="C00000"/>
                </a:solidFill>
                <a:latin typeface="Comic Sans MS"/>
                <a:cs typeface="Comic Sans MS"/>
              </a:rPr>
              <a:t>title</a:t>
            </a:r>
            <a:r>
              <a:rPr sz="2600" dirty="0">
                <a:solidFill>
                  <a:srgbClr val="C00000"/>
                </a:solidFill>
                <a:latin typeface="Comic Sans MS"/>
                <a:cs typeface="Comic Sans MS"/>
              </a:rPr>
              <a:t>	</a:t>
            </a:r>
            <a:r>
              <a:rPr sz="2600" spc="-25" dirty="0">
                <a:solidFill>
                  <a:srgbClr val="C00000"/>
                </a:solidFill>
                <a:latin typeface="Comic Sans MS"/>
                <a:cs typeface="Comic Sans MS"/>
              </a:rPr>
              <a:t>for</a:t>
            </a:r>
            <a:r>
              <a:rPr sz="2600" dirty="0">
                <a:solidFill>
                  <a:srgbClr val="C00000"/>
                </a:solidFill>
                <a:latin typeface="Comic Sans MS"/>
                <a:cs typeface="Comic Sans MS"/>
              </a:rPr>
              <a:t>	</a:t>
            </a:r>
            <a:r>
              <a:rPr sz="2600" spc="-25" dirty="0">
                <a:solidFill>
                  <a:srgbClr val="C00000"/>
                </a:solidFill>
                <a:latin typeface="Comic Sans MS"/>
                <a:cs typeface="Comic Sans MS"/>
              </a:rPr>
              <a:t>the</a:t>
            </a:r>
            <a:endParaRPr sz="2600" dirty="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4967" y="3646170"/>
            <a:ext cx="150241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 dirty="0">
                <a:solidFill>
                  <a:srgbClr val="C00000"/>
                </a:solidFill>
                <a:latin typeface="Comic Sans MS"/>
                <a:cs typeface="Comic Sans MS"/>
              </a:rPr>
              <a:t>document</a:t>
            </a:r>
            <a:endParaRPr sz="26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4967" y="4037838"/>
            <a:ext cx="1114488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13130" algn="l"/>
                <a:tab pos="1790700" algn="l"/>
                <a:tab pos="3275329" algn="l"/>
                <a:tab pos="5340985" algn="l"/>
                <a:tab pos="8530590" algn="l"/>
                <a:tab pos="9248775" algn="l"/>
                <a:tab pos="10411460" algn="l"/>
              </a:tabLst>
            </a:pPr>
            <a:r>
              <a:rPr sz="1600" spc="-20" dirty="0">
                <a:solidFill>
                  <a:srgbClr val="F3A346"/>
                </a:solidFill>
                <a:latin typeface="Comic Sans MS"/>
                <a:cs typeface="Comic Sans MS"/>
              </a:rPr>
              <a:t>¨</a:t>
            </a:r>
            <a:r>
              <a:rPr sz="2600" spc="-20" dirty="0">
                <a:latin typeface="Comic Sans MS"/>
                <a:cs typeface="Comic Sans MS"/>
              </a:rPr>
              <a:t>The</a:t>
            </a:r>
            <a:r>
              <a:rPr sz="2600" dirty="0">
                <a:latin typeface="Comic Sans MS"/>
                <a:cs typeface="Comic Sans MS"/>
              </a:rPr>
              <a:t>	</a:t>
            </a:r>
            <a:r>
              <a:rPr sz="2600" spc="-20" dirty="0">
                <a:latin typeface="Comic Sans MS"/>
                <a:cs typeface="Comic Sans MS"/>
              </a:rPr>
              <a:t>text</a:t>
            </a:r>
            <a:r>
              <a:rPr sz="2600" dirty="0">
                <a:latin typeface="Comic Sans MS"/>
                <a:cs typeface="Comic Sans MS"/>
              </a:rPr>
              <a:t>	</a:t>
            </a:r>
            <a:r>
              <a:rPr sz="2600" spc="-10" dirty="0">
                <a:latin typeface="Comic Sans MS"/>
                <a:cs typeface="Comic Sans MS"/>
              </a:rPr>
              <a:t>between</a:t>
            </a:r>
            <a:r>
              <a:rPr sz="2600" dirty="0">
                <a:latin typeface="Comic Sans MS"/>
                <a:cs typeface="Comic Sans MS"/>
              </a:rPr>
              <a:t>	</a:t>
            </a:r>
            <a:r>
              <a:rPr sz="2600" b="1" dirty="0">
                <a:latin typeface="Comic Sans MS"/>
                <a:cs typeface="Comic Sans MS"/>
              </a:rPr>
              <a:t>&lt;body&gt;</a:t>
            </a:r>
            <a:r>
              <a:rPr sz="2600" b="1" spc="325" dirty="0">
                <a:latin typeface="Comic Sans MS"/>
                <a:cs typeface="Comic Sans MS"/>
              </a:rPr>
              <a:t> </a:t>
            </a:r>
            <a:r>
              <a:rPr sz="2600" spc="-25" dirty="0">
                <a:latin typeface="Comic Sans MS"/>
                <a:cs typeface="Comic Sans MS"/>
              </a:rPr>
              <a:t>and</a:t>
            </a:r>
            <a:r>
              <a:rPr sz="2600" dirty="0">
                <a:latin typeface="Comic Sans MS"/>
                <a:cs typeface="Comic Sans MS"/>
              </a:rPr>
              <a:t>	</a:t>
            </a:r>
            <a:r>
              <a:rPr sz="2600" b="1" dirty="0">
                <a:latin typeface="Comic Sans MS"/>
                <a:cs typeface="Comic Sans MS"/>
              </a:rPr>
              <a:t>&lt;/body&gt;</a:t>
            </a:r>
            <a:r>
              <a:rPr sz="2600" b="1" spc="315" dirty="0">
                <a:latin typeface="Comic Sans MS"/>
                <a:cs typeface="Comic Sans MS"/>
              </a:rPr>
              <a:t> </a:t>
            </a:r>
            <a:r>
              <a:rPr sz="2600" spc="-10" dirty="0">
                <a:latin typeface="Comic Sans MS"/>
                <a:cs typeface="Comic Sans MS"/>
              </a:rPr>
              <a:t>describes</a:t>
            </a:r>
            <a:r>
              <a:rPr sz="2600" dirty="0">
                <a:latin typeface="Comic Sans MS"/>
                <a:cs typeface="Comic Sans MS"/>
              </a:rPr>
              <a:t>	</a:t>
            </a:r>
            <a:r>
              <a:rPr sz="2600" spc="-25" dirty="0">
                <a:latin typeface="Comic Sans MS"/>
                <a:cs typeface="Comic Sans MS"/>
              </a:rPr>
              <a:t>the</a:t>
            </a:r>
            <a:r>
              <a:rPr sz="2600" dirty="0">
                <a:latin typeface="Comic Sans MS"/>
                <a:cs typeface="Comic Sans MS"/>
              </a:rPr>
              <a:t>	</a:t>
            </a:r>
            <a:r>
              <a:rPr sz="2600" spc="-10" dirty="0">
                <a:latin typeface="Comic Sans MS"/>
                <a:cs typeface="Comic Sans MS"/>
              </a:rPr>
              <a:t>visible</a:t>
            </a:r>
            <a:r>
              <a:rPr sz="2600" dirty="0">
                <a:latin typeface="Comic Sans MS"/>
                <a:cs typeface="Comic Sans MS"/>
              </a:rPr>
              <a:t>	</a:t>
            </a:r>
            <a:r>
              <a:rPr sz="2600" b="1" spc="-20" dirty="0">
                <a:solidFill>
                  <a:srgbClr val="C00000"/>
                </a:solidFill>
                <a:latin typeface="Comic Sans MS"/>
                <a:cs typeface="Comic Sans MS"/>
              </a:rPr>
              <a:t>page</a:t>
            </a:r>
            <a:endParaRPr sz="26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4967" y="4314901"/>
            <a:ext cx="8650605" cy="1206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105"/>
              </a:lnSpc>
              <a:spcBef>
                <a:spcPts val="105"/>
              </a:spcBef>
            </a:pPr>
            <a:r>
              <a:rPr sz="2600" b="1" spc="-10" dirty="0">
                <a:solidFill>
                  <a:srgbClr val="C00000"/>
                </a:solidFill>
                <a:latin typeface="Comic Sans MS"/>
                <a:cs typeface="Comic Sans MS"/>
              </a:rPr>
              <a:t>content</a:t>
            </a:r>
            <a:endParaRPr sz="2600" dirty="0">
              <a:latin typeface="Comic Sans MS"/>
              <a:cs typeface="Comic Sans MS"/>
            </a:endParaRPr>
          </a:p>
          <a:p>
            <a:pPr marL="12700">
              <a:lnSpc>
                <a:spcPts val="3085"/>
              </a:lnSpc>
            </a:pPr>
            <a:r>
              <a:rPr sz="1600" dirty="0">
                <a:solidFill>
                  <a:srgbClr val="F3A346"/>
                </a:solidFill>
                <a:latin typeface="Comic Sans MS"/>
                <a:cs typeface="Comic Sans MS"/>
              </a:rPr>
              <a:t>¨</a:t>
            </a:r>
            <a:r>
              <a:rPr sz="2600" dirty="0">
                <a:latin typeface="Comic Sans MS"/>
                <a:cs typeface="Comic Sans MS"/>
              </a:rPr>
              <a:t>The</a:t>
            </a:r>
            <a:r>
              <a:rPr sz="2600" spc="-45" dirty="0">
                <a:latin typeface="Comic Sans MS"/>
                <a:cs typeface="Comic Sans MS"/>
              </a:rPr>
              <a:t> </a:t>
            </a:r>
            <a:r>
              <a:rPr sz="2600" dirty="0">
                <a:latin typeface="Comic Sans MS"/>
                <a:cs typeface="Comic Sans MS"/>
              </a:rPr>
              <a:t>text</a:t>
            </a:r>
            <a:r>
              <a:rPr sz="2600" spc="-15" dirty="0">
                <a:latin typeface="Comic Sans MS"/>
                <a:cs typeface="Comic Sans MS"/>
              </a:rPr>
              <a:t> </a:t>
            </a:r>
            <a:r>
              <a:rPr sz="2600" dirty="0">
                <a:latin typeface="Comic Sans MS"/>
                <a:cs typeface="Comic Sans MS"/>
              </a:rPr>
              <a:t>between</a:t>
            </a:r>
            <a:r>
              <a:rPr sz="2600" spc="-30" dirty="0">
                <a:latin typeface="Comic Sans MS"/>
                <a:cs typeface="Comic Sans MS"/>
              </a:rPr>
              <a:t> </a:t>
            </a:r>
            <a:r>
              <a:rPr sz="2600" b="1" spc="-10" dirty="0">
                <a:latin typeface="Comic Sans MS"/>
                <a:cs typeface="Comic Sans MS"/>
              </a:rPr>
              <a:t>&lt;h1&gt;</a:t>
            </a:r>
            <a:r>
              <a:rPr sz="2600" b="1" spc="-345" dirty="0">
                <a:latin typeface="Comic Sans MS"/>
                <a:cs typeface="Comic Sans MS"/>
              </a:rPr>
              <a:t> </a:t>
            </a:r>
            <a:r>
              <a:rPr sz="2600" dirty="0">
                <a:latin typeface="Comic Sans MS"/>
                <a:cs typeface="Comic Sans MS"/>
              </a:rPr>
              <a:t>and</a:t>
            </a:r>
            <a:r>
              <a:rPr sz="2600" spc="-25" dirty="0">
                <a:latin typeface="Comic Sans MS"/>
                <a:cs typeface="Comic Sans MS"/>
              </a:rPr>
              <a:t> </a:t>
            </a:r>
            <a:r>
              <a:rPr sz="2600" b="1" spc="-10" dirty="0">
                <a:latin typeface="Comic Sans MS"/>
                <a:cs typeface="Comic Sans MS"/>
              </a:rPr>
              <a:t>&lt;/h1&gt;</a:t>
            </a:r>
            <a:r>
              <a:rPr sz="2600" b="1" spc="-355" dirty="0">
                <a:latin typeface="Comic Sans MS"/>
                <a:cs typeface="Comic Sans MS"/>
              </a:rPr>
              <a:t> </a:t>
            </a:r>
            <a:r>
              <a:rPr sz="2600" dirty="0">
                <a:latin typeface="Comic Sans MS"/>
                <a:cs typeface="Comic Sans MS"/>
              </a:rPr>
              <a:t>describes</a:t>
            </a:r>
            <a:r>
              <a:rPr sz="2600" spc="-25" dirty="0">
                <a:latin typeface="Comic Sans MS"/>
                <a:cs typeface="Comic Sans MS"/>
              </a:rPr>
              <a:t> </a:t>
            </a:r>
            <a:r>
              <a:rPr sz="2600" dirty="0">
                <a:latin typeface="Comic Sans MS"/>
                <a:cs typeface="Comic Sans MS"/>
              </a:rPr>
              <a:t>a</a:t>
            </a:r>
            <a:r>
              <a:rPr sz="2600" spc="-15" dirty="0">
                <a:latin typeface="Comic Sans MS"/>
                <a:cs typeface="Comic Sans MS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omic Sans MS"/>
                <a:cs typeface="Comic Sans MS"/>
              </a:rPr>
              <a:t>heading</a:t>
            </a:r>
            <a:endParaRPr sz="2600" dirty="0">
              <a:latin typeface="Comic Sans MS"/>
              <a:cs typeface="Comic Sans MS"/>
            </a:endParaRPr>
          </a:p>
          <a:p>
            <a:pPr marL="12700">
              <a:lnSpc>
                <a:spcPts val="3100"/>
              </a:lnSpc>
            </a:pPr>
            <a:r>
              <a:rPr sz="1600" dirty="0">
                <a:solidFill>
                  <a:srgbClr val="F3A346"/>
                </a:solidFill>
                <a:latin typeface="Comic Sans MS"/>
                <a:cs typeface="Comic Sans MS"/>
              </a:rPr>
              <a:t>¨</a:t>
            </a:r>
            <a:r>
              <a:rPr sz="2600" dirty="0">
                <a:latin typeface="Comic Sans MS"/>
                <a:cs typeface="Comic Sans MS"/>
              </a:rPr>
              <a:t>The</a:t>
            </a:r>
            <a:r>
              <a:rPr sz="2600" spc="-35" dirty="0">
                <a:latin typeface="Comic Sans MS"/>
                <a:cs typeface="Comic Sans MS"/>
              </a:rPr>
              <a:t> </a:t>
            </a:r>
            <a:r>
              <a:rPr sz="2600" dirty="0">
                <a:latin typeface="Comic Sans MS"/>
                <a:cs typeface="Comic Sans MS"/>
              </a:rPr>
              <a:t>text</a:t>
            </a:r>
            <a:r>
              <a:rPr sz="2600" spc="-10" dirty="0">
                <a:latin typeface="Comic Sans MS"/>
                <a:cs typeface="Comic Sans MS"/>
              </a:rPr>
              <a:t> </a:t>
            </a:r>
            <a:r>
              <a:rPr sz="2600" dirty="0">
                <a:latin typeface="Comic Sans MS"/>
                <a:cs typeface="Comic Sans MS"/>
              </a:rPr>
              <a:t>between</a:t>
            </a:r>
            <a:r>
              <a:rPr sz="2600" spc="-30" dirty="0">
                <a:latin typeface="Comic Sans MS"/>
                <a:cs typeface="Comic Sans MS"/>
              </a:rPr>
              <a:t> </a:t>
            </a:r>
            <a:r>
              <a:rPr sz="2600" b="1" spc="-10" dirty="0">
                <a:latin typeface="Comic Sans MS"/>
                <a:cs typeface="Comic Sans MS"/>
              </a:rPr>
              <a:t>&lt;p&gt;</a:t>
            </a:r>
            <a:r>
              <a:rPr sz="2600" b="1" spc="-360" dirty="0">
                <a:latin typeface="Comic Sans MS"/>
                <a:cs typeface="Comic Sans MS"/>
              </a:rPr>
              <a:t> </a:t>
            </a:r>
            <a:r>
              <a:rPr sz="2600" dirty="0">
                <a:latin typeface="Comic Sans MS"/>
                <a:cs typeface="Comic Sans MS"/>
              </a:rPr>
              <a:t>and</a:t>
            </a:r>
            <a:r>
              <a:rPr sz="2600" spc="-20" dirty="0">
                <a:latin typeface="Comic Sans MS"/>
                <a:cs typeface="Comic Sans MS"/>
              </a:rPr>
              <a:t> </a:t>
            </a:r>
            <a:r>
              <a:rPr sz="2600" b="1" spc="-10" dirty="0">
                <a:latin typeface="Comic Sans MS"/>
                <a:cs typeface="Comic Sans MS"/>
              </a:rPr>
              <a:t>&lt;/p&gt;</a:t>
            </a:r>
            <a:r>
              <a:rPr sz="2600" b="1" spc="-370" dirty="0">
                <a:latin typeface="Comic Sans MS"/>
                <a:cs typeface="Comic Sans MS"/>
              </a:rPr>
              <a:t> </a:t>
            </a:r>
            <a:r>
              <a:rPr sz="2600" dirty="0">
                <a:latin typeface="Comic Sans MS"/>
                <a:cs typeface="Comic Sans MS"/>
              </a:rPr>
              <a:t>describes</a:t>
            </a:r>
            <a:r>
              <a:rPr sz="2600" spc="-20" dirty="0">
                <a:latin typeface="Comic Sans MS"/>
                <a:cs typeface="Comic Sans MS"/>
              </a:rPr>
              <a:t> </a:t>
            </a:r>
            <a:r>
              <a:rPr sz="2600" dirty="0">
                <a:latin typeface="Comic Sans MS"/>
                <a:cs typeface="Comic Sans MS"/>
              </a:rPr>
              <a:t>a</a:t>
            </a:r>
            <a:r>
              <a:rPr sz="2600" spc="-15" dirty="0">
                <a:latin typeface="Comic Sans MS"/>
                <a:cs typeface="Comic Sans MS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omic Sans MS"/>
                <a:cs typeface="Comic Sans MS"/>
              </a:rPr>
              <a:t>paragraph</a:t>
            </a:r>
            <a:endParaRPr sz="260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967" y="209549"/>
            <a:ext cx="22040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latin typeface="Comic Sans MS"/>
                <a:cs typeface="Comic Sans MS"/>
              </a:rPr>
              <a:t>Headings</a:t>
            </a:r>
            <a:endParaRPr sz="40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4967" y="1087373"/>
            <a:ext cx="4726305" cy="5257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&lt;!DOCTYPE</a:t>
            </a:r>
            <a:r>
              <a:rPr sz="2400" spc="-12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html&gt;</a:t>
            </a:r>
            <a:endParaRPr sz="2400" dirty="0">
              <a:latin typeface="Comic Sans MS"/>
              <a:cs typeface="Comic Sans MS"/>
            </a:endParaRPr>
          </a:p>
          <a:p>
            <a:pPr marL="102235">
              <a:lnSpc>
                <a:spcPts val="2735"/>
              </a:lnSpc>
            </a:pPr>
            <a:r>
              <a:rPr sz="2400" spc="-10" dirty="0">
                <a:latin typeface="Comic Sans MS"/>
                <a:cs typeface="Comic Sans MS"/>
              </a:rPr>
              <a:t>&lt;html&gt;</a:t>
            </a:r>
            <a:endParaRPr sz="2400" dirty="0">
              <a:latin typeface="Comic Sans MS"/>
              <a:cs typeface="Comic Sans MS"/>
            </a:endParaRPr>
          </a:p>
          <a:p>
            <a:pPr marL="622300">
              <a:lnSpc>
                <a:spcPts val="2735"/>
              </a:lnSpc>
            </a:pPr>
            <a:r>
              <a:rPr sz="2400" spc="-10" dirty="0">
                <a:latin typeface="Comic Sans MS"/>
                <a:cs typeface="Comic Sans MS"/>
              </a:rPr>
              <a:t>&lt;head&gt;</a:t>
            </a:r>
            <a:endParaRPr sz="2400" dirty="0">
              <a:latin typeface="Comic Sans MS"/>
              <a:cs typeface="Comic Sans MS"/>
            </a:endParaRPr>
          </a:p>
          <a:p>
            <a:pPr marL="1231900">
              <a:lnSpc>
                <a:spcPts val="2735"/>
              </a:lnSpc>
            </a:pPr>
            <a:r>
              <a:rPr sz="2400" dirty="0">
                <a:latin typeface="Comic Sans MS"/>
                <a:cs typeface="Comic Sans MS"/>
              </a:rPr>
              <a:t>&lt;meta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charset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=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"utf-</a:t>
            </a:r>
            <a:r>
              <a:rPr sz="2400" spc="-25" dirty="0">
                <a:latin typeface="Comic Sans MS"/>
                <a:cs typeface="Comic Sans MS"/>
              </a:rPr>
              <a:t>8"&gt;</a:t>
            </a:r>
            <a:endParaRPr sz="2400" dirty="0">
              <a:latin typeface="Comic Sans MS"/>
              <a:cs typeface="Comic Sans MS"/>
            </a:endParaRPr>
          </a:p>
          <a:p>
            <a:pPr marL="1231900">
              <a:lnSpc>
                <a:spcPts val="2735"/>
              </a:lnSpc>
            </a:pPr>
            <a:r>
              <a:rPr sz="2400" spc="-10" dirty="0">
                <a:latin typeface="Comic Sans MS"/>
                <a:cs typeface="Comic Sans MS"/>
              </a:rPr>
              <a:t>&lt;title&gt;Heading&lt;/title&gt;</a:t>
            </a:r>
            <a:endParaRPr sz="2400" dirty="0">
              <a:latin typeface="Comic Sans MS"/>
              <a:cs typeface="Comic Sans MS"/>
            </a:endParaRPr>
          </a:p>
          <a:p>
            <a:pPr marL="622300">
              <a:lnSpc>
                <a:spcPts val="2735"/>
              </a:lnSpc>
            </a:pPr>
            <a:r>
              <a:rPr sz="2400" spc="-10" dirty="0">
                <a:latin typeface="Comic Sans MS"/>
                <a:cs typeface="Comic Sans MS"/>
              </a:rPr>
              <a:t>&lt;/head&gt;</a:t>
            </a:r>
            <a:endParaRPr sz="2400" dirty="0">
              <a:latin typeface="Comic Sans MS"/>
              <a:cs typeface="Comic Sans MS"/>
            </a:endParaRPr>
          </a:p>
          <a:p>
            <a:pPr marL="88900">
              <a:lnSpc>
                <a:spcPts val="2735"/>
              </a:lnSpc>
            </a:pPr>
            <a:r>
              <a:rPr sz="2400" spc="-10" dirty="0">
                <a:latin typeface="Comic Sans MS"/>
                <a:cs typeface="Comic Sans MS"/>
              </a:rPr>
              <a:t>&lt;body&gt;</a:t>
            </a:r>
            <a:endParaRPr sz="2400" dirty="0">
              <a:latin typeface="Comic Sans MS"/>
              <a:cs typeface="Comic Sans MS"/>
            </a:endParaRPr>
          </a:p>
          <a:p>
            <a:pPr marL="109855" algn="ctr">
              <a:lnSpc>
                <a:spcPts val="2735"/>
              </a:lnSpc>
            </a:pPr>
            <a:r>
              <a:rPr sz="2400" dirty="0">
                <a:latin typeface="Comic Sans MS"/>
                <a:cs typeface="Comic Sans MS"/>
              </a:rPr>
              <a:t>&lt;h1&gt;Level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1</a:t>
            </a:r>
            <a:r>
              <a:rPr sz="2400" spc="-10" dirty="0">
                <a:latin typeface="Comic Sans MS"/>
                <a:cs typeface="Comic Sans MS"/>
              </a:rPr>
              <a:t> Heading&lt;/h1&gt;</a:t>
            </a:r>
            <a:endParaRPr sz="2400" dirty="0">
              <a:latin typeface="Comic Sans MS"/>
              <a:cs typeface="Comic Sans MS"/>
            </a:endParaRPr>
          </a:p>
          <a:p>
            <a:pPr marL="198120" algn="ctr">
              <a:lnSpc>
                <a:spcPts val="2735"/>
              </a:lnSpc>
            </a:pPr>
            <a:r>
              <a:rPr sz="2400" dirty="0">
                <a:latin typeface="Comic Sans MS"/>
                <a:cs typeface="Comic Sans MS"/>
              </a:rPr>
              <a:t>&lt;h2&gt;Level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2</a:t>
            </a:r>
            <a:r>
              <a:rPr sz="2400" spc="-10" dirty="0">
                <a:latin typeface="Comic Sans MS"/>
                <a:cs typeface="Comic Sans MS"/>
              </a:rPr>
              <a:t> heading&lt;/h2&gt;</a:t>
            </a:r>
            <a:endParaRPr sz="2400" dirty="0">
              <a:latin typeface="Comic Sans MS"/>
              <a:cs typeface="Comic Sans MS"/>
            </a:endParaRPr>
          </a:p>
          <a:p>
            <a:pPr marL="198120" algn="ctr">
              <a:lnSpc>
                <a:spcPts val="2735"/>
              </a:lnSpc>
            </a:pPr>
            <a:r>
              <a:rPr sz="2400" dirty="0">
                <a:latin typeface="Comic Sans MS"/>
                <a:cs typeface="Comic Sans MS"/>
              </a:rPr>
              <a:t>&lt;h3&gt;Level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3</a:t>
            </a:r>
            <a:r>
              <a:rPr sz="2400" spc="-10" dirty="0">
                <a:latin typeface="Comic Sans MS"/>
                <a:cs typeface="Comic Sans MS"/>
              </a:rPr>
              <a:t> heading&lt;/h3&gt;</a:t>
            </a:r>
            <a:endParaRPr sz="2400" dirty="0">
              <a:latin typeface="Comic Sans MS"/>
              <a:cs typeface="Comic Sans MS"/>
            </a:endParaRPr>
          </a:p>
          <a:p>
            <a:pPr marL="198120" algn="ctr">
              <a:lnSpc>
                <a:spcPts val="2735"/>
              </a:lnSpc>
            </a:pPr>
            <a:r>
              <a:rPr sz="2400" dirty="0">
                <a:latin typeface="Comic Sans MS"/>
                <a:cs typeface="Comic Sans MS"/>
              </a:rPr>
              <a:t>&lt;h4&gt;Level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4</a:t>
            </a:r>
            <a:r>
              <a:rPr sz="2400" spc="-10" dirty="0">
                <a:latin typeface="Comic Sans MS"/>
                <a:cs typeface="Comic Sans MS"/>
              </a:rPr>
              <a:t> heading&lt;/h4&gt;</a:t>
            </a:r>
            <a:endParaRPr sz="2400" dirty="0">
              <a:latin typeface="Comic Sans MS"/>
              <a:cs typeface="Comic Sans MS"/>
            </a:endParaRPr>
          </a:p>
          <a:p>
            <a:pPr marL="199390" algn="ctr">
              <a:lnSpc>
                <a:spcPts val="2740"/>
              </a:lnSpc>
            </a:pPr>
            <a:r>
              <a:rPr sz="2400" dirty="0">
                <a:latin typeface="Comic Sans MS"/>
                <a:cs typeface="Comic Sans MS"/>
              </a:rPr>
              <a:t>&lt;h5&gt;Level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5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heading&lt;/h5&gt;</a:t>
            </a:r>
            <a:endParaRPr sz="2400" dirty="0">
              <a:latin typeface="Comic Sans MS"/>
              <a:cs typeface="Comic Sans MS"/>
            </a:endParaRPr>
          </a:p>
          <a:p>
            <a:pPr marL="198120" algn="ctr">
              <a:lnSpc>
                <a:spcPts val="2735"/>
              </a:lnSpc>
            </a:pPr>
            <a:r>
              <a:rPr sz="2400" dirty="0">
                <a:latin typeface="Comic Sans MS"/>
                <a:cs typeface="Comic Sans MS"/>
              </a:rPr>
              <a:t>&lt;h6&gt;Level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6</a:t>
            </a:r>
            <a:r>
              <a:rPr sz="2400" spc="-10" dirty="0">
                <a:latin typeface="Comic Sans MS"/>
                <a:cs typeface="Comic Sans MS"/>
              </a:rPr>
              <a:t> heading&lt;/h6&gt;</a:t>
            </a:r>
            <a:endParaRPr sz="2400" dirty="0">
              <a:latin typeface="Comic Sans MS"/>
              <a:cs typeface="Comic Sans MS"/>
            </a:endParaRPr>
          </a:p>
          <a:p>
            <a:pPr marR="3474085" algn="ctr">
              <a:lnSpc>
                <a:spcPts val="2735"/>
              </a:lnSpc>
            </a:pPr>
            <a:r>
              <a:rPr sz="2400" spc="-10" dirty="0">
                <a:latin typeface="Comic Sans MS"/>
                <a:cs typeface="Comic Sans MS"/>
              </a:rPr>
              <a:t>&lt;/body&gt;</a:t>
            </a:r>
            <a:endParaRPr sz="2400" dirty="0">
              <a:latin typeface="Comic Sans MS"/>
              <a:cs typeface="Comic Sans MS"/>
            </a:endParaRPr>
          </a:p>
          <a:p>
            <a:pPr marR="3512820" algn="ctr">
              <a:lnSpc>
                <a:spcPts val="2810"/>
              </a:lnSpc>
            </a:pPr>
            <a:r>
              <a:rPr sz="2400" spc="-10" dirty="0">
                <a:latin typeface="Comic Sans MS"/>
                <a:cs typeface="Comic Sans MS"/>
              </a:rPr>
              <a:t>&lt;/html&gt;</a:t>
            </a:r>
            <a:endParaRPr sz="2400" dirty="0">
              <a:latin typeface="Comic Sans MS"/>
              <a:cs typeface="Comic Sans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2600" y="1101852"/>
            <a:ext cx="6467854" cy="37749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967" y="214121"/>
            <a:ext cx="3875404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dirty="0">
                <a:latin typeface="Comic Sans MS"/>
                <a:cs typeface="Comic Sans MS"/>
              </a:rPr>
              <a:t>Formatting</a:t>
            </a:r>
            <a:r>
              <a:rPr sz="3800" b="1" spc="-45" dirty="0">
                <a:latin typeface="Comic Sans MS"/>
                <a:cs typeface="Comic Sans MS"/>
              </a:rPr>
              <a:t> </a:t>
            </a:r>
            <a:r>
              <a:rPr sz="3800" b="1" spc="-20" dirty="0">
                <a:latin typeface="Comic Sans MS"/>
                <a:cs typeface="Comic Sans MS"/>
              </a:rPr>
              <a:t>Text</a:t>
            </a:r>
            <a:endParaRPr sz="38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4967" y="1141914"/>
            <a:ext cx="9962515" cy="4220771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lang="en-US" sz="4000" spc="-20" dirty="0">
                <a:latin typeface="Rockwell" panose="02060603020205020403" pitchFamily="18" charset="0"/>
                <a:cs typeface="Comic Sans MS"/>
              </a:rPr>
              <a:t>Tags</a:t>
            </a:r>
            <a:endParaRPr lang="en-US" sz="4000" dirty="0">
              <a:latin typeface="Rockwell" panose="02060603020205020403" pitchFamily="18" charset="0"/>
              <a:cs typeface="Comic Sans MS"/>
            </a:endParaRPr>
          </a:p>
          <a:p>
            <a:pPr marL="621665" indent="-490220">
              <a:lnSpc>
                <a:spcPct val="200000"/>
              </a:lnSpc>
              <a:spcBef>
                <a:spcPts val="535"/>
              </a:spcBef>
              <a:buSzPct val="75862"/>
              <a:buChar char="●"/>
              <a:tabLst>
                <a:tab pos="621665" algn="l"/>
              </a:tabLst>
            </a:pPr>
            <a:r>
              <a:rPr lang="en-US" sz="2900" dirty="0">
                <a:latin typeface="Rockwell" panose="02060603020205020403" pitchFamily="18" charset="0"/>
                <a:cs typeface="Comic Sans MS"/>
              </a:rPr>
              <a:t>&lt;p&gt;-</a:t>
            </a:r>
            <a:r>
              <a:rPr lang="en-US" sz="2900" spc="20" dirty="0">
                <a:latin typeface="Rockwell" panose="02060603020205020403" pitchFamily="18" charset="0"/>
                <a:cs typeface="Comic Sans MS"/>
              </a:rPr>
              <a:t> </a:t>
            </a:r>
            <a:r>
              <a:rPr lang="en-US" sz="2900" dirty="0">
                <a:latin typeface="Rockwell" panose="02060603020205020403" pitchFamily="18" charset="0"/>
                <a:cs typeface="Comic Sans MS"/>
              </a:rPr>
              <a:t>Align</a:t>
            </a:r>
            <a:r>
              <a:rPr lang="en-US" sz="2900" spc="35" dirty="0">
                <a:latin typeface="Rockwell" panose="02060603020205020403" pitchFamily="18" charset="0"/>
                <a:cs typeface="Comic Sans MS"/>
              </a:rPr>
              <a:t> </a:t>
            </a:r>
            <a:r>
              <a:rPr lang="en-US" sz="2900" spc="-10" dirty="0">
                <a:latin typeface="Rockwell" panose="02060603020205020403" pitchFamily="18" charset="0"/>
                <a:cs typeface="Comic Sans MS"/>
              </a:rPr>
              <a:t>paragraph</a:t>
            </a:r>
            <a:endParaRPr lang="en-US" sz="2900" dirty="0">
              <a:latin typeface="Rockwell" panose="02060603020205020403" pitchFamily="18" charset="0"/>
              <a:cs typeface="Comic Sans MS"/>
            </a:endParaRPr>
          </a:p>
          <a:p>
            <a:pPr marL="621665" indent="-490220">
              <a:lnSpc>
                <a:spcPct val="200000"/>
              </a:lnSpc>
              <a:buSzPct val="75862"/>
              <a:buChar char="●"/>
              <a:tabLst>
                <a:tab pos="621665" algn="l"/>
              </a:tabLst>
            </a:pPr>
            <a:r>
              <a:rPr lang="en-US" sz="2900" dirty="0">
                <a:latin typeface="Rockwell" panose="02060603020205020403" pitchFamily="18" charset="0"/>
                <a:cs typeface="Comic Sans MS"/>
              </a:rPr>
              <a:t>&lt;</a:t>
            </a:r>
            <a:r>
              <a:rPr lang="en-US" sz="2900" dirty="0" err="1">
                <a:latin typeface="Rockwell" panose="02060603020205020403" pitchFamily="18" charset="0"/>
                <a:cs typeface="Comic Sans MS"/>
              </a:rPr>
              <a:t>br</a:t>
            </a:r>
            <a:r>
              <a:rPr lang="en-US" sz="2900" dirty="0">
                <a:latin typeface="Rockwell" panose="02060603020205020403" pitchFamily="18" charset="0"/>
                <a:cs typeface="Comic Sans MS"/>
              </a:rPr>
              <a:t>&gt;</a:t>
            </a:r>
            <a:r>
              <a:rPr lang="en-US" sz="2900" spc="25" dirty="0">
                <a:latin typeface="Rockwell" panose="02060603020205020403" pitchFamily="18" charset="0"/>
                <a:cs typeface="Comic Sans MS"/>
              </a:rPr>
              <a:t> </a:t>
            </a:r>
            <a:r>
              <a:rPr lang="en-US" sz="2900" dirty="0">
                <a:latin typeface="Rockwell" panose="02060603020205020403" pitchFamily="18" charset="0"/>
                <a:cs typeface="Comic Sans MS"/>
              </a:rPr>
              <a:t>or</a:t>
            </a:r>
            <a:r>
              <a:rPr lang="en-US" sz="2900" spc="40" dirty="0">
                <a:latin typeface="Rockwell" panose="02060603020205020403" pitchFamily="18" charset="0"/>
                <a:cs typeface="Comic Sans MS"/>
              </a:rPr>
              <a:t> </a:t>
            </a:r>
            <a:r>
              <a:rPr lang="en-US" sz="2900" dirty="0">
                <a:latin typeface="Rockwell" panose="02060603020205020403" pitchFamily="18" charset="0"/>
                <a:cs typeface="Comic Sans MS"/>
              </a:rPr>
              <a:t>&lt;</a:t>
            </a:r>
            <a:r>
              <a:rPr lang="en-US" sz="2900" dirty="0" err="1">
                <a:latin typeface="Rockwell" panose="02060603020205020403" pitchFamily="18" charset="0"/>
                <a:cs typeface="Comic Sans MS"/>
              </a:rPr>
              <a:t>br</a:t>
            </a:r>
            <a:r>
              <a:rPr lang="en-US" sz="2900" dirty="0">
                <a:latin typeface="Rockwell" panose="02060603020205020403" pitchFamily="18" charset="0"/>
                <a:cs typeface="Comic Sans MS"/>
              </a:rPr>
              <a:t>/&gt;-</a:t>
            </a:r>
            <a:r>
              <a:rPr lang="en-US" sz="2900" spc="35" dirty="0">
                <a:latin typeface="Rockwell" panose="02060603020205020403" pitchFamily="18" charset="0"/>
                <a:cs typeface="Comic Sans MS"/>
              </a:rPr>
              <a:t> </a:t>
            </a:r>
            <a:r>
              <a:rPr lang="en-US" sz="2900" dirty="0">
                <a:latin typeface="Rockwell" panose="02060603020205020403" pitchFamily="18" charset="0"/>
                <a:cs typeface="Comic Sans MS"/>
              </a:rPr>
              <a:t>Single</a:t>
            </a:r>
            <a:r>
              <a:rPr lang="en-US" sz="2900" spc="45" dirty="0">
                <a:latin typeface="Rockwell" panose="02060603020205020403" pitchFamily="18" charset="0"/>
                <a:cs typeface="Comic Sans MS"/>
              </a:rPr>
              <a:t> </a:t>
            </a:r>
            <a:r>
              <a:rPr lang="en-US" sz="2900" dirty="0">
                <a:latin typeface="Rockwell" panose="02060603020205020403" pitchFamily="18" charset="0"/>
                <a:cs typeface="Comic Sans MS"/>
              </a:rPr>
              <a:t>line</a:t>
            </a:r>
            <a:r>
              <a:rPr lang="en-US" sz="2900" spc="45" dirty="0">
                <a:latin typeface="Rockwell" panose="02060603020205020403" pitchFamily="18" charset="0"/>
                <a:cs typeface="Comic Sans MS"/>
              </a:rPr>
              <a:t> </a:t>
            </a:r>
            <a:r>
              <a:rPr lang="en-US" sz="2900" spc="-10" dirty="0">
                <a:latin typeface="Rockwell" panose="02060603020205020403" pitchFamily="18" charset="0"/>
                <a:cs typeface="Comic Sans MS"/>
              </a:rPr>
              <a:t>break</a:t>
            </a:r>
            <a:endParaRPr lang="en-US" sz="2900" dirty="0">
              <a:latin typeface="Rockwell" panose="02060603020205020403" pitchFamily="18" charset="0"/>
              <a:cs typeface="Comic Sans MS"/>
            </a:endParaRPr>
          </a:p>
          <a:p>
            <a:pPr marL="621665" indent="-490220">
              <a:lnSpc>
                <a:spcPct val="200000"/>
              </a:lnSpc>
              <a:buSzPct val="75862"/>
              <a:buChar char="●"/>
              <a:tabLst>
                <a:tab pos="621665" algn="l"/>
              </a:tabLst>
            </a:pPr>
            <a:r>
              <a:rPr lang="en-US" sz="2900" dirty="0">
                <a:latin typeface="Rockwell" panose="02060603020205020403" pitchFamily="18" charset="0"/>
                <a:cs typeface="Comic Sans MS"/>
              </a:rPr>
              <a:t>&lt;pre&gt;-</a:t>
            </a:r>
            <a:r>
              <a:rPr lang="en-US" sz="2900" spc="60" dirty="0">
                <a:latin typeface="Rockwell" panose="02060603020205020403" pitchFamily="18" charset="0"/>
                <a:cs typeface="Comic Sans MS"/>
              </a:rPr>
              <a:t> </a:t>
            </a:r>
            <a:r>
              <a:rPr lang="en-US" sz="2900" dirty="0">
                <a:latin typeface="Rockwell" panose="02060603020205020403" pitchFamily="18" charset="0"/>
                <a:cs typeface="Comic Sans MS"/>
              </a:rPr>
              <a:t>preserve</a:t>
            </a:r>
            <a:r>
              <a:rPr lang="en-US" sz="2900" spc="75" dirty="0">
                <a:latin typeface="Rockwell" panose="02060603020205020403" pitchFamily="18" charset="0"/>
                <a:cs typeface="Comic Sans MS"/>
              </a:rPr>
              <a:t> </a:t>
            </a:r>
            <a:r>
              <a:rPr lang="en-US" sz="2900" dirty="0">
                <a:latin typeface="Rockwell" panose="02060603020205020403" pitchFamily="18" charset="0"/>
                <a:cs typeface="Comic Sans MS"/>
              </a:rPr>
              <a:t>the</a:t>
            </a:r>
            <a:r>
              <a:rPr lang="en-US" sz="2900" spc="60" dirty="0">
                <a:latin typeface="Rockwell" panose="02060603020205020403" pitchFamily="18" charset="0"/>
                <a:cs typeface="Comic Sans MS"/>
              </a:rPr>
              <a:t> </a:t>
            </a:r>
            <a:r>
              <a:rPr lang="en-US" sz="2900" dirty="0">
                <a:latin typeface="Rockwell" panose="02060603020205020403" pitchFamily="18" charset="0"/>
                <a:cs typeface="Comic Sans MS"/>
              </a:rPr>
              <a:t>white</a:t>
            </a:r>
            <a:r>
              <a:rPr lang="en-US" sz="2900" spc="100" dirty="0">
                <a:latin typeface="Rockwell" panose="02060603020205020403" pitchFamily="18" charset="0"/>
                <a:cs typeface="Comic Sans MS"/>
              </a:rPr>
              <a:t> </a:t>
            </a:r>
            <a:r>
              <a:rPr lang="en-US" sz="2900" dirty="0">
                <a:latin typeface="Rockwell" panose="02060603020205020403" pitchFamily="18" charset="0"/>
                <a:cs typeface="Comic Sans MS"/>
              </a:rPr>
              <a:t>spaces</a:t>
            </a:r>
            <a:r>
              <a:rPr lang="en-US" sz="2900" spc="60" dirty="0">
                <a:latin typeface="Rockwell" panose="02060603020205020403" pitchFamily="18" charset="0"/>
                <a:cs typeface="Comic Sans MS"/>
              </a:rPr>
              <a:t> </a:t>
            </a:r>
            <a:r>
              <a:rPr lang="en-US" sz="2900" dirty="0">
                <a:latin typeface="Rockwell" panose="02060603020205020403" pitchFamily="18" charset="0"/>
                <a:cs typeface="Comic Sans MS"/>
              </a:rPr>
              <a:t>and</a:t>
            </a:r>
            <a:r>
              <a:rPr lang="en-US" sz="2900" spc="40" dirty="0">
                <a:latin typeface="Rockwell" panose="02060603020205020403" pitchFamily="18" charset="0"/>
                <a:cs typeface="Comic Sans MS"/>
              </a:rPr>
              <a:t> </a:t>
            </a:r>
            <a:r>
              <a:rPr lang="en-US" sz="2900" dirty="0">
                <a:latin typeface="Rockwell" panose="02060603020205020403" pitchFamily="18" charset="0"/>
                <a:cs typeface="Comic Sans MS"/>
              </a:rPr>
              <a:t>lines</a:t>
            </a:r>
            <a:r>
              <a:rPr lang="en-US" sz="2900" spc="60" dirty="0">
                <a:latin typeface="Rockwell" panose="02060603020205020403" pitchFamily="18" charset="0"/>
                <a:cs typeface="Comic Sans MS"/>
              </a:rPr>
              <a:t> </a:t>
            </a:r>
            <a:r>
              <a:rPr lang="en-US" sz="2900" dirty="0">
                <a:latin typeface="Rockwell" panose="02060603020205020403" pitchFamily="18" charset="0"/>
                <a:cs typeface="Comic Sans MS"/>
              </a:rPr>
              <a:t>in</a:t>
            </a:r>
            <a:r>
              <a:rPr lang="en-US" sz="2900" spc="60" dirty="0">
                <a:latin typeface="Rockwell" panose="02060603020205020403" pitchFamily="18" charset="0"/>
                <a:cs typeface="Comic Sans MS"/>
              </a:rPr>
              <a:t> </a:t>
            </a:r>
            <a:r>
              <a:rPr lang="en-US" sz="2900" dirty="0">
                <a:latin typeface="Rockwell" panose="02060603020205020403" pitchFamily="18" charset="0"/>
                <a:cs typeface="Comic Sans MS"/>
              </a:rPr>
              <a:t>the</a:t>
            </a:r>
            <a:r>
              <a:rPr lang="en-US" sz="2900" spc="60" dirty="0">
                <a:latin typeface="Rockwell" panose="02060603020205020403" pitchFamily="18" charset="0"/>
                <a:cs typeface="Comic Sans MS"/>
              </a:rPr>
              <a:t> </a:t>
            </a:r>
            <a:r>
              <a:rPr lang="en-US" sz="2900" spc="-20" dirty="0">
                <a:latin typeface="Rockwell" panose="02060603020205020403" pitchFamily="18" charset="0"/>
                <a:cs typeface="Comic Sans MS"/>
              </a:rPr>
              <a:t>text</a:t>
            </a:r>
            <a:endParaRPr lang="en-US" sz="2900" dirty="0">
              <a:latin typeface="Rockwell" panose="02060603020205020403" pitchFamily="18" charset="0"/>
              <a:cs typeface="Comic Sans MS"/>
            </a:endParaRPr>
          </a:p>
          <a:p>
            <a:pPr marL="621665" indent="-490220">
              <a:lnSpc>
                <a:spcPct val="200000"/>
              </a:lnSpc>
              <a:buSzPct val="75862"/>
              <a:buChar char="●"/>
              <a:tabLst>
                <a:tab pos="621665" algn="l"/>
              </a:tabLst>
            </a:pPr>
            <a:r>
              <a:rPr lang="en-US" sz="2900" dirty="0">
                <a:latin typeface="Rockwell" panose="02060603020205020403" pitchFamily="18" charset="0"/>
                <a:cs typeface="Comic Sans MS"/>
              </a:rPr>
              <a:t>&lt;div&gt;-</a:t>
            </a:r>
            <a:r>
              <a:rPr lang="en-US" sz="2900" spc="45" dirty="0">
                <a:latin typeface="Rockwell" panose="02060603020205020403" pitchFamily="18" charset="0"/>
                <a:cs typeface="Comic Sans MS"/>
              </a:rPr>
              <a:t> </a:t>
            </a:r>
            <a:r>
              <a:rPr lang="en-US" sz="2900" dirty="0">
                <a:latin typeface="Rockwell" panose="02060603020205020403" pitchFamily="18" charset="0"/>
                <a:cs typeface="Comic Sans MS"/>
              </a:rPr>
              <a:t>Make</a:t>
            </a:r>
            <a:r>
              <a:rPr lang="en-US" sz="2900" spc="45" dirty="0">
                <a:latin typeface="Rockwell" panose="02060603020205020403" pitchFamily="18" charset="0"/>
                <a:cs typeface="Comic Sans MS"/>
              </a:rPr>
              <a:t> </a:t>
            </a:r>
            <a:r>
              <a:rPr lang="en-US" sz="2900" dirty="0">
                <a:latin typeface="Rockwell" panose="02060603020205020403" pitchFamily="18" charset="0"/>
                <a:cs typeface="Comic Sans MS"/>
              </a:rPr>
              <a:t>division</a:t>
            </a:r>
            <a:r>
              <a:rPr lang="en-US" sz="2900" spc="70" dirty="0">
                <a:latin typeface="Rockwell" panose="02060603020205020403" pitchFamily="18" charset="0"/>
                <a:cs typeface="Comic Sans MS"/>
              </a:rPr>
              <a:t> </a:t>
            </a:r>
            <a:r>
              <a:rPr lang="en-US" sz="2900" dirty="0">
                <a:latin typeface="Rockwell" panose="02060603020205020403" pitchFamily="18" charset="0"/>
                <a:cs typeface="Comic Sans MS"/>
              </a:rPr>
              <a:t>of</a:t>
            </a:r>
            <a:r>
              <a:rPr lang="en-US" sz="2900" spc="30" dirty="0">
                <a:latin typeface="Rockwell" panose="02060603020205020403" pitchFamily="18" charset="0"/>
                <a:cs typeface="Comic Sans MS"/>
              </a:rPr>
              <a:t> </a:t>
            </a:r>
            <a:r>
              <a:rPr lang="en-US" sz="2900" dirty="0">
                <a:latin typeface="Rockwell" panose="02060603020205020403" pitchFamily="18" charset="0"/>
                <a:cs typeface="Comic Sans MS"/>
              </a:rPr>
              <a:t>sections</a:t>
            </a:r>
            <a:r>
              <a:rPr lang="en-US" sz="2900" spc="60" dirty="0">
                <a:latin typeface="Rockwell" panose="02060603020205020403" pitchFamily="18" charset="0"/>
                <a:cs typeface="Comic Sans MS"/>
              </a:rPr>
              <a:t> </a:t>
            </a:r>
            <a:r>
              <a:rPr lang="en-US" sz="2900" dirty="0">
                <a:latin typeface="Rockwell" panose="02060603020205020403" pitchFamily="18" charset="0"/>
                <a:cs typeface="Comic Sans MS"/>
              </a:rPr>
              <a:t>in</a:t>
            </a:r>
            <a:r>
              <a:rPr lang="en-US" sz="2900" spc="40" dirty="0">
                <a:latin typeface="Rockwell" panose="02060603020205020403" pitchFamily="18" charset="0"/>
                <a:cs typeface="Comic Sans MS"/>
              </a:rPr>
              <a:t> </a:t>
            </a:r>
            <a:r>
              <a:rPr lang="en-US" sz="2900" dirty="0">
                <a:latin typeface="Rockwell" panose="02060603020205020403" pitchFamily="18" charset="0"/>
                <a:cs typeface="Comic Sans MS"/>
              </a:rPr>
              <a:t>the</a:t>
            </a:r>
            <a:r>
              <a:rPr lang="en-US" sz="2900" spc="45" dirty="0">
                <a:latin typeface="Rockwell" panose="02060603020205020403" pitchFamily="18" charset="0"/>
                <a:cs typeface="Comic Sans MS"/>
              </a:rPr>
              <a:t> </a:t>
            </a:r>
            <a:r>
              <a:rPr lang="en-US" sz="2900" dirty="0">
                <a:latin typeface="Rockwell" panose="02060603020205020403" pitchFamily="18" charset="0"/>
                <a:cs typeface="Comic Sans MS"/>
              </a:rPr>
              <a:t>html</a:t>
            </a:r>
            <a:r>
              <a:rPr lang="en-US" sz="2900" spc="45" dirty="0">
                <a:latin typeface="Rockwell" panose="02060603020205020403" pitchFamily="18" charset="0"/>
                <a:cs typeface="Comic Sans MS"/>
              </a:rPr>
              <a:t> </a:t>
            </a:r>
            <a:r>
              <a:rPr lang="en-US" sz="2900" spc="-10" dirty="0">
                <a:latin typeface="Rockwell" panose="02060603020205020403" pitchFamily="18" charset="0"/>
                <a:cs typeface="Comic Sans MS"/>
              </a:rPr>
              <a:t>document</a:t>
            </a:r>
            <a:endParaRPr lang="en-US" sz="2900" dirty="0">
              <a:latin typeface="Rockwell" panose="02060603020205020403" pitchFamily="18" charset="0"/>
              <a:cs typeface="Comic Sans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4967" y="154051"/>
            <a:ext cx="10777220" cy="63646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700" dirty="0">
                <a:latin typeface="Comic Sans MS"/>
                <a:cs typeface="Comic Sans MS"/>
              </a:rPr>
              <a:t>&lt;!DOCTYPE</a:t>
            </a:r>
            <a:r>
              <a:rPr lang="en-US" sz="1700" spc="125" dirty="0">
                <a:latin typeface="Comic Sans MS"/>
                <a:cs typeface="Comic Sans MS"/>
              </a:rPr>
              <a:t> </a:t>
            </a:r>
            <a:r>
              <a:rPr lang="en-US" sz="1700" spc="-10" dirty="0">
                <a:latin typeface="Comic Sans MS"/>
                <a:cs typeface="Comic Sans MS"/>
              </a:rPr>
              <a:t>html&gt;</a:t>
            </a:r>
            <a:endParaRPr lang="en-US" sz="1700" dirty="0">
              <a:latin typeface="Comic Sans MS"/>
              <a:cs typeface="Comic Sans MS"/>
            </a:endParaRPr>
          </a:p>
          <a:p>
            <a:pPr marL="78105">
              <a:lnSpc>
                <a:spcPct val="100000"/>
              </a:lnSpc>
              <a:spcBef>
                <a:spcPts val="40"/>
              </a:spcBef>
            </a:pPr>
            <a:r>
              <a:rPr lang="en-US" sz="1700" spc="-10" dirty="0">
                <a:latin typeface="Comic Sans MS"/>
                <a:cs typeface="Comic Sans MS"/>
              </a:rPr>
              <a:t>&lt;html&gt;</a:t>
            </a:r>
            <a:endParaRPr lang="en-US" sz="170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5"/>
              </a:spcBef>
            </a:pPr>
            <a:r>
              <a:rPr lang="en-US" sz="1700" spc="-10" dirty="0">
                <a:latin typeface="Comic Sans MS"/>
                <a:cs typeface="Comic Sans MS"/>
              </a:rPr>
              <a:t>&lt;head&gt;</a:t>
            </a:r>
            <a:endParaRPr lang="en-US" sz="170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0"/>
              </a:spcBef>
            </a:pPr>
            <a:r>
              <a:rPr lang="en-US" sz="1700" dirty="0">
                <a:latin typeface="Comic Sans MS"/>
                <a:cs typeface="Comic Sans MS"/>
              </a:rPr>
              <a:t>&lt;meta</a:t>
            </a:r>
            <a:r>
              <a:rPr lang="en-US" sz="1700" spc="40" dirty="0">
                <a:latin typeface="Comic Sans MS"/>
                <a:cs typeface="Comic Sans MS"/>
              </a:rPr>
              <a:t> </a:t>
            </a:r>
            <a:r>
              <a:rPr lang="en-US" sz="1700" dirty="0">
                <a:latin typeface="Comic Sans MS"/>
                <a:cs typeface="Comic Sans MS"/>
              </a:rPr>
              <a:t>charset</a:t>
            </a:r>
            <a:r>
              <a:rPr lang="en-US" sz="1700" spc="60" dirty="0">
                <a:latin typeface="Comic Sans MS"/>
                <a:cs typeface="Comic Sans MS"/>
              </a:rPr>
              <a:t> </a:t>
            </a:r>
            <a:r>
              <a:rPr lang="en-US" sz="1700" dirty="0">
                <a:latin typeface="Comic Sans MS"/>
                <a:cs typeface="Comic Sans MS"/>
              </a:rPr>
              <a:t>=</a:t>
            </a:r>
            <a:r>
              <a:rPr lang="en-US" sz="1700" spc="35" dirty="0">
                <a:latin typeface="Comic Sans MS"/>
                <a:cs typeface="Comic Sans MS"/>
              </a:rPr>
              <a:t> </a:t>
            </a:r>
            <a:r>
              <a:rPr lang="en-US" sz="1700" dirty="0">
                <a:latin typeface="Comic Sans MS"/>
                <a:cs typeface="Comic Sans MS"/>
              </a:rPr>
              <a:t>"utf-</a:t>
            </a:r>
            <a:r>
              <a:rPr lang="en-US" sz="1700" spc="-25" dirty="0">
                <a:latin typeface="Comic Sans MS"/>
                <a:cs typeface="Comic Sans MS"/>
              </a:rPr>
              <a:t>8"&gt;</a:t>
            </a:r>
            <a:endParaRPr lang="en-US" sz="170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35"/>
              </a:spcBef>
            </a:pPr>
            <a:r>
              <a:rPr lang="en-US" sz="1700" dirty="0">
                <a:latin typeface="Comic Sans MS"/>
                <a:cs typeface="Comic Sans MS"/>
              </a:rPr>
              <a:t>&lt;title&gt;formatting</a:t>
            </a:r>
            <a:r>
              <a:rPr lang="en-US" sz="1700" spc="95" dirty="0">
                <a:latin typeface="Comic Sans MS"/>
                <a:cs typeface="Comic Sans MS"/>
              </a:rPr>
              <a:t> </a:t>
            </a:r>
            <a:r>
              <a:rPr lang="en-US" sz="1700" spc="-10" dirty="0">
                <a:latin typeface="Comic Sans MS"/>
                <a:cs typeface="Comic Sans MS"/>
              </a:rPr>
              <a:t>text&lt;/title&gt;</a:t>
            </a:r>
            <a:endParaRPr lang="en-US" sz="170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en-US" sz="1700" spc="-10" dirty="0">
                <a:latin typeface="Comic Sans MS"/>
                <a:cs typeface="Comic Sans MS"/>
              </a:rPr>
              <a:t>&lt;/head&gt;</a:t>
            </a:r>
            <a:endParaRPr lang="en-US" sz="170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z="1700" spc="-10" dirty="0">
                <a:latin typeface="Comic Sans MS"/>
                <a:cs typeface="Comic Sans MS"/>
              </a:rPr>
              <a:t>&lt;body&gt;</a:t>
            </a:r>
            <a:endParaRPr lang="en-US" sz="170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35"/>
              </a:spcBef>
            </a:pPr>
            <a:r>
              <a:rPr lang="en-US" sz="1700" spc="-25" dirty="0">
                <a:solidFill>
                  <a:srgbClr val="FF0000"/>
                </a:solidFill>
                <a:latin typeface="Comic Sans MS"/>
                <a:cs typeface="Comic Sans MS"/>
              </a:rPr>
              <a:t>&lt;p&gt;</a:t>
            </a:r>
            <a:endParaRPr lang="en-US" sz="170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35"/>
              </a:spcBef>
            </a:pPr>
            <a:r>
              <a:rPr lang="en-US" sz="1700" dirty="0">
                <a:solidFill>
                  <a:srgbClr val="FF0000"/>
                </a:solidFill>
                <a:latin typeface="Comic Sans MS"/>
                <a:cs typeface="Comic Sans MS"/>
              </a:rPr>
              <a:t>The</a:t>
            </a:r>
            <a:r>
              <a:rPr lang="en-US" sz="1700" spc="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omic Sans MS"/>
                <a:cs typeface="Comic Sans MS"/>
              </a:rPr>
              <a:t>name</a:t>
            </a:r>
            <a:r>
              <a:rPr lang="en-US" sz="1700" spc="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omic Sans MS"/>
                <a:cs typeface="Comic Sans MS"/>
              </a:rPr>
              <a:t>India</a:t>
            </a:r>
            <a:r>
              <a:rPr lang="en-US" sz="1700" spc="5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omic Sans MS"/>
                <a:cs typeface="Comic Sans MS"/>
              </a:rPr>
              <a:t>is</a:t>
            </a:r>
            <a:r>
              <a:rPr lang="en-US" sz="1700" spc="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omic Sans MS"/>
                <a:cs typeface="Comic Sans MS"/>
              </a:rPr>
              <a:t>derived</a:t>
            </a:r>
            <a:r>
              <a:rPr lang="en-US" sz="1700" spc="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omic Sans MS"/>
                <a:cs typeface="Comic Sans MS"/>
              </a:rPr>
              <a:t>from</a:t>
            </a:r>
            <a:r>
              <a:rPr lang="en-US" sz="1700" spc="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omic Sans MS"/>
                <a:cs typeface="Comic Sans MS"/>
              </a:rPr>
              <a:t>Indus,</a:t>
            </a:r>
            <a:r>
              <a:rPr lang="en-US" sz="1700" spc="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omic Sans MS"/>
                <a:cs typeface="Comic Sans MS"/>
              </a:rPr>
              <a:t>which</a:t>
            </a:r>
            <a:r>
              <a:rPr lang="en-US" sz="1700" spc="5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omic Sans MS"/>
                <a:cs typeface="Comic Sans MS"/>
              </a:rPr>
              <a:t>is</a:t>
            </a:r>
            <a:r>
              <a:rPr lang="en-US" sz="1700" spc="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omic Sans MS"/>
                <a:cs typeface="Comic Sans MS"/>
              </a:rPr>
              <a:t>derived</a:t>
            </a:r>
            <a:r>
              <a:rPr lang="en-US" sz="1700" spc="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omic Sans MS"/>
                <a:cs typeface="Comic Sans MS"/>
              </a:rPr>
              <a:t>from</a:t>
            </a:r>
            <a:r>
              <a:rPr lang="en-US" sz="1700" spc="5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omic Sans MS"/>
                <a:cs typeface="Comic Sans MS"/>
              </a:rPr>
              <a:t>the</a:t>
            </a:r>
            <a:r>
              <a:rPr lang="en-US" sz="1700" spc="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omic Sans MS"/>
                <a:cs typeface="Comic Sans MS"/>
              </a:rPr>
              <a:t>Old</a:t>
            </a:r>
            <a:r>
              <a:rPr lang="en-US" sz="1700" spc="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omic Sans MS"/>
                <a:cs typeface="Comic Sans MS"/>
              </a:rPr>
              <a:t>Persian</a:t>
            </a:r>
            <a:r>
              <a:rPr lang="en-US" sz="1700" spc="6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omic Sans MS"/>
                <a:cs typeface="Comic Sans MS"/>
              </a:rPr>
              <a:t>word</a:t>
            </a:r>
            <a:r>
              <a:rPr lang="en-US" sz="1700" spc="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omic Sans MS"/>
                <a:cs typeface="Comic Sans MS"/>
              </a:rPr>
              <a:t>Hindu,</a:t>
            </a:r>
            <a:r>
              <a:rPr lang="en-US" sz="1700" spc="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US" sz="1700" spc="-20" dirty="0">
                <a:solidFill>
                  <a:srgbClr val="FF0000"/>
                </a:solidFill>
                <a:latin typeface="Comic Sans MS"/>
                <a:cs typeface="Comic Sans MS"/>
              </a:rPr>
              <a:t>from</a:t>
            </a:r>
            <a:endParaRPr lang="en-US" sz="170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50"/>
              </a:spcBef>
            </a:pPr>
            <a:r>
              <a:rPr lang="en-US" sz="1700" spc="-10" dirty="0">
                <a:solidFill>
                  <a:srgbClr val="FF0000"/>
                </a:solidFill>
                <a:latin typeface="Comic Sans MS"/>
                <a:cs typeface="Comic Sans MS"/>
              </a:rPr>
              <a:t>Sanskrit</a:t>
            </a:r>
            <a:endParaRPr lang="en-US" sz="170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0"/>
              </a:spcBef>
            </a:pPr>
            <a:r>
              <a:rPr lang="en-US" sz="1700" spc="-20" dirty="0">
                <a:solidFill>
                  <a:srgbClr val="FF0000"/>
                </a:solidFill>
                <a:latin typeface="Comic Sans MS"/>
                <a:cs typeface="Comic Sans MS"/>
              </a:rPr>
              <a:t>&lt;/p&gt;</a:t>
            </a:r>
            <a:endParaRPr lang="en-US" sz="170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35"/>
              </a:spcBef>
            </a:pPr>
            <a:r>
              <a:rPr lang="en-US" sz="1700" spc="-10" dirty="0">
                <a:solidFill>
                  <a:srgbClr val="0000FF"/>
                </a:solidFill>
                <a:latin typeface="Comic Sans MS"/>
                <a:cs typeface="Comic Sans MS"/>
              </a:rPr>
              <a:t>&lt;div&gt;</a:t>
            </a:r>
            <a:endParaRPr lang="en-US" sz="1700" dirty="0">
              <a:latin typeface="Comic Sans MS"/>
              <a:cs typeface="Comic Sans MS"/>
            </a:endParaRPr>
          </a:p>
          <a:p>
            <a:pPr marL="622300" marR="95885">
              <a:lnSpc>
                <a:spcPct val="101800"/>
              </a:lnSpc>
              <a:spcBef>
                <a:spcPts val="10"/>
              </a:spcBef>
            </a:pPr>
            <a:r>
              <a:rPr lang="en-US" sz="1700" dirty="0">
                <a:solidFill>
                  <a:srgbClr val="0000FF"/>
                </a:solidFill>
                <a:latin typeface="Comic Sans MS"/>
                <a:cs typeface="Comic Sans MS"/>
              </a:rPr>
              <a:t>India</a:t>
            </a:r>
            <a:r>
              <a:rPr lang="en-US" sz="1700" spc="6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0000FF"/>
                </a:solidFill>
                <a:latin typeface="Comic Sans MS"/>
                <a:cs typeface="Comic Sans MS"/>
              </a:rPr>
              <a:t>is</a:t>
            </a:r>
            <a:r>
              <a:rPr lang="en-US" sz="1700" spc="4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0000FF"/>
                </a:solidFill>
                <a:latin typeface="Comic Sans MS"/>
                <a:cs typeface="Comic Sans MS"/>
              </a:rPr>
              <a:t>the</a:t>
            </a:r>
            <a:r>
              <a:rPr lang="en-US" sz="1700" spc="5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0000FF"/>
                </a:solidFill>
                <a:latin typeface="Comic Sans MS"/>
                <a:cs typeface="Comic Sans MS"/>
              </a:rPr>
              <a:t>seventh-largest</a:t>
            </a:r>
            <a:r>
              <a:rPr lang="en-US" sz="1700" spc="8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0000FF"/>
                </a:solidFill>
                <a:latin typeface="Comic Sans MS"/>
                <a:cs typeface="Comic Sans MS"/>
              </a:rPr>
              <a:t>country</a:t>
            </a:r>
            <a:r>
              <a:rPr lang="en-US" sz="1700" spc="6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0000FF"/>
                </a:solidFill>
                <a:latin typeface="Comic Sans MS"/>
                <a:cs typeface="Comic Sans MS"/>
              </a:rPr>
              <a:t>by</a:t>
            </a:r>
            <a:r>
              <a:rPr lang="en-US" sz="1700" spc="5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0000FF"/>
                </a:solidFill>
                <a:latin typeface="Comic Sans MS"/>
                <a:cs typeface="Comic Sans MS"/>
              </a:rPr>
              <a:t>geographical</a:t>
            </a:r>
            <a:r>
              <a:rPr lang="en-US" sz="1700" spc="10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0000FF"/>
                </a:solidFill>
                <a:latin typeface="Comic Sans MS"/>
                <a:cs typeface="Comic Sans MS"/>
              </a:rPr>
              <a:t>area.</a:t>
            </a:r>
            <a:r>
              <a:rPr lang="en-US" sz="1700" spc="7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0000FF"/>
                </a:solidFill>
                <a:latin typeface="Comic Sans MS"/>
                <a:cs typeface="Comic Sans MS"/>
              </a:rPr>
              <a:t>The</a:t>
            </a:r>
            <a:r>
              <a:rPr lang="en-US" sz="1700" spc="5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0000FF"/>
                </a:solidFill>
                <a:latin typeface="Comic Sans MS"/>
                <a:cs typeface="Comic Sans MS"/>
              </a:rPr>
              <a:t>second-most</a:t>
            </a:r>
            <a:r>
              <a:rPr lang="en-US" sz="1700" spc="6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0000FF"/>
                </a:solidFill>
                <a:latin typeface="Comic Sans MS"/>
                <a:cs typeface="Comic Sans MS"/>
              </a:rPr>
              <a:t>populous</a:t>
            </a:r>
            <a:r>
              <a:rPr lang="en-US" sz="1700" spc="5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0000FF"/>
                </a:solidFill>
                <a:latin typeface="Comic Sans MS"/>
                <a:cs typeface="Comic Sans MS"/>
              </a:rPr>
              <a:t>country</a:t>
            </a:r>
            <a:r>
              <a:rPr lang="en-US" sz="1700" spc="6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lang="en-US" sz="1700" spc="-20" dirty="0">
                <a:solidFill>
                  <a:srgbClr val="0000FF"/>
                </a:solidFill>
                <a:latin typeface="Comic Sans MS"/>
                <a:cs typeface="Comic Sans MS"/>
              </a:rPr>
              <a:t>with </a:t>
            </a:r>
            <a:r>
              <a:rPr lang="en-US" sz="1700" dirty="0">
                <a:solidFill>
                  <a:srgbClr val="0000FF"/>
                </a:solidFill>
                <a:latin typeface="Comic Sans MS"/>
                <a:cs typeface="Comic Sans MS"/>
              </a:rPr>
              <a:t>over</a:t>
            </a:r>
            <a:r>
              <a:rPr lang="en-US" sz="1700" spc="3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0000FF"/>
                </a:solidFill>
                <a:latin typeface="Comic Sans MS"/>
                <a:cs typeface="Comic Sans MS"/>
              </a:rPr>
              <a:t>1.2</a:t>
            </a:r>
            <a:r>
              <a:rPr lang="en-US" sz="1700" spc="6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0000FF"/>
                </a:solidFill>
                <a:latin typeface="Comic Sans MS"/>
                <a:cs typeface="Comic Sans MS"/>
              </a:rPr>
              <a:t>billion</a:t>
            </a:r>
            <a:r>
              <a:rPr lang="en-US" sz="1700" spc="7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0000FF"/>
                </a:solidFill>
                <a:latin typeface="Comic Sans MS"/>
                <a:cs typeface="Comic Sans MS"/>
              </a:rPr>
              <a:t>people.</a:t>
            </a:r>
            <a:r>
              <a:rPr lang="en-US" sz="1700" spc="6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0000FF"/>
                </a:solidFill>
                <a:latin typeface="Comic Sans MS"/>
                <a:cs typeface="Comic Sans MS"/>
              </a:rPr>
              <a:t>The</a:t>
            </a:r>
            <a:r>
              <a:rPr lang="en-US" sz="1700" spc="4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0000FF"/>
                </a:solidFill>
                <a:latin typeface="Comic Sans MS"/>
                <a:cs typeface="Comic Sans MS"/>
              </a:rPr>
              <a:t>most</a:t>
            </a:r>
            <a:r>
              <a:rPr lang="en-US" sz="1700" spc="4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0000FF"/>
                </a:solidFill>
                <a:latin typeface="Comic Sans MS"/>
                <a:cs typeface="Comic Sans MS"/>
              </a:rPr>
              <a:t>populous</a:t>
            </a:r>
            <a:r>
              <a:rPr lang="en-US" sz="1700" spc="3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0000FF"/>
                </a:solidFill>
                <a:latin typeface="Comic Sans MS"/>
                <a:cs typeface="Comic Sans MS"/>
              </a:rPr>
              <a:t>democracy</a:t>
            </a:r>
            <a:r>
              <a:rPr lang="en-US" sz="1700" spc="4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0000FF"/>
                </a:solidFill>
                <a:latin typeface="Comic Sans MS"/>
                <a:cs typeface="Comic Sans MS"/>
              </a:rPr>
              <a:t>in</a:t>
            </a:r>
            <a:r>
              <a:rPr lang="en-US" sz="1700" spc="6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0000FF"/>
                </a:solidFill>
                <a:latin typeface="Comic Sans MS"/>
                <a:cs typeface="Comic Sans MS"/>
              </a:rPr>
              <a:t>the</a:t>
            </a:r>
            <a:r>
              <a:rPr lang="en-US" sz="1700" spc="3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lang="en-US" sz="1700" spc="-10" dirty="0">
                <a:solidFill>
                  <a:srgbClr val="0000FF"/>
                </a:solidFill>
                <a:latin typeface="Comic Sans MS"/>
                <a:cs typeface="Comic Sans MS"/>
              </a:rPr>
              <a:t>world.</a:t>
            </a:r>
            <a:endParaRPr lang="en-US" sz="170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35"/>
              </a:spcBef>
            </a:pPr>
            <a:r>
              <a:rPr lang="en-US" sz="1700" spc="-10" dirty="0">
                <a:solidFill>
                  <a:srgbClr val="0000FF"/>
                </a:solidFill>
                <a:latin typeface="Comic Sans MS"/>
                <a:cs typeface="Comic Sans MS"/>
              </a:rPr>
              <a:t>&lt;/div&gt;</a:t>
            </a:r>
            <a:endParaRPr lang="en-US" sz="170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0"/>
              </a:spcBef>
            </a:pPr>
            <a:r>
              <a:rPr lang="en-US" sz="1700" spc="-10" dirty="0">
                <a:solidFill>
                  <a:srgbClr val="9900FF"/>
                </a:solidFill>
                <a:latin typeface="Comic Sans MS"/>
                <a:cs typeface="Comic Sans MS"/>
              </a:rPr>
              <a:t>&lt;pre&gt;</a:t>
            </a:r>
            <a:endParaRPr lang="en-US" sz="1700" dirty="0">
              <a:latin typeface="Comic Sans MS"/>
              <a:cs typeface="Comic Sans MS"/>
            </a:endParaRPr>
          </a:p>
          <a:p>
            <a:pPr marL="1728470" marR="5080" indent="-1106805">
              <a:lnSpc>
                <a:spcPct val="101800"/>
              </a:lnSpc>
              <a:spcBef>
                <a:spcPts val="10"/>
              </a:spcBef>
            </a:pP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Chennai</a:t>
            </a:r>
            <a:r>
              <a:rPr lang="en-US" sz="1700" spc="75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being</a:t>
            </a:r>
            <a:r>
              <a:rPr lang="en-US" sz="1700" spc="65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the</a:t>
            </a:r>
            <a:r>
              <a:rPr lang="en-US" sz="1700" spc="40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fourth</a:t>
            </a:r>
            <a:r>
              <a:rPr lang="en-US" sz="1700" spc="55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most</a:t>
            </a:r>
            <a:r>
              <a:rPr lang="en-US" sz="1700" spc="40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populous</a:t>
            </a:r>
            <a:r>
              <a:rPr lang="en-US" sz="1700" spc="40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metropolitan</a:t>
            </a:r>
            <a:r>
              <a:rPr lang="en-US" sz="1700" spc="70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area</a:t>
            </a:r>
            <a:r>
              <a:rPr lang="en-US" sz="1700" spc="45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and</a:t>
            </a:r>
            <a:r>
              <a:rPr lang="en-US" sz="1700" spc="60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the</a:t>
            </a:r>
            <a:r>
              <a:rPr lang="en-US" sz="1700" spc="30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fifth</a:t>
            </a:r>
            <a:r>
              <a:rPr lang="en-US" sz="1700" spc="50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most</a:t>
            </a:r>
            <a:r>
              <a:rPr lang="en-US" sz="1700" spc="35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populous</a:t>
            </a:r>
            <a:r>
              <a:rPr lang="en-US" sz="1700" spc="50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city</a:t>
            </a:r>
            <a:r>
              <a:rPr lang="en-US" sz="1700" spc="40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in</a:t>
            </a:r>
            <a:r>
              <a:rPr lang="en-US" sz="1700" spc="45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spc="-10" dirty="0">
                <a:solidFill>
                  <a:srgbClr val="9900FF"/>
                </a:solidFill>
                <a:latin typeface="Comic Sans MS"/>
                <a:cs typeface="Comic Sans MS"/>
              </a:rPr>
              <a:t>India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It</a:t>
            </a:r>
            <a:r>
              <a:rPr lang="en-US" sz="1700" spc="45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is</a:t>
            </a:r>
            <a:r>
              <a:rPr lang="en-US" sz="1700" spc="35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also</a:t>
            </a:r>
            <a:r>
              <a:rPr lang="en-US" sz="1700" spc="40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the</a:t>
            </a:r>
            <a:r>
              <a:rPr lang="en-US" sz="1700" spc="40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world's</a:t>
            </a:r>
            <a:r>
              <a:rPr lang="en-US" sz="1700" spc="40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36th</a:t>
            </a:r>
            <a:r>
              <a:rPr lang="en-US" sz="1700" spc="50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largest</a:t>
            </a:r>
            <a:r>
              <a:rPr lang="en-US" sz="1700" spc="60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metropolitan</a:t>
            </a:r>
            <a:r>
              <a:rPr lang="en-US" sz="1700" spc="70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spc="-20" dirty="0">
                <a:solidFill>
                  <a:srgbClr val="9900FF"/>
                </a:solidFill>
                <a:latin typeface="Comic Sans MS"/>
                <a:cs typeface="Comic Sans MS"/>
              </a:rPr>
              <a:t>area</a:t>
            </a:r>
            <a:endParaRPr lang="en-US" sz="1700" dirty="0">
              <a:latin typeface="Comic Sans MS"/>
              <a:cs typeface="Comic Sans MS"/>
            </a:endParaRPr>
          </a:p>
          <a:p>
            <a:pPr marL="1012190">
              <a:lnSpc>
                <a:spcPct val="100000"/>
              </a:lnSpc>
              <a:spcBef>
                <a:spcPts val="35"/>
              </a:spcBef>
            </a:pP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Cricket</a:t>
            </a:r>
            <a:r>
              <a:rPr lang="en-US" sz="1700" spc="50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is</a:t>
            </a:r>
            <a:r>
              <a:rPr lang="en-US" sz="1700" spc="25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the</a:t>
            </a:r>
            <a:r>
              <a:rPr lang="en-US" sz="1700" spc="25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most</a:t>
            </a:r>
            <a:r>
              <a:rPr lang="en-US" sz="1700" spc="30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popular</a:t>
            </a:r>
            <a:r>
              <a:rPr lang="en-US" sz="1700" spc="35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sport</a:t>
            </a:r>
            <a:r>
              <a:rPr lang="en-US" sz="1700" spc="25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in</a:t>
            </a:r>
            <a:r>
              <a:rPr lang="en-US" sz="1700" spc="35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spc="-10" dirty="0">
                <a:solidFill>
                  <a:srgbClr val="9900FF"/>
                </a:solidFill>
                <a:latin typeface="Comic Sans MS"/>
                <a:cs typeface="Comic Sans MS"/>
              </a:rPr>
              <a:t>Chennai</a:t>
            </a:r>
            <a:endParaRPr lang="en-US" sz="1700" dirty="0">
              <a:latin typeface="Comic Sans MS"/>
              <a:cs typeface="Comic Sans MS"/>
            </a:endParaRPr>
          </a:p>
          <a:p>
            <a:pPr marL="817244">
              <a:lnSpc>
                <a:spcPct val="100000"/>
              </a:lnSpc>
              <a:spcBef>
                <a:spcPts val="50"/>
              </a:spcBef>
            </a:pP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Chennai</a:t>
            </a:r>
            <a:r>
              <a:rPr lang="en-US" sz="1700" spc="70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is</a:t>
            </a:r>
            <a:r>
              <a:rPr lang="en-US" sz="1700" spc="40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the</a:t>
            </a:r>
            <a:r>
              <a:rPr lang="en-US" sz="1700" spc="40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base</a:t>
            </a:r>
            <a:r>
              <a:rPr lang="en-US" sz="1700" spc="35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for</a:t>
            </a:r>
            <a:r>
              <a:rPr lang="en-US" sz="1700" spc="35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the</a:t>
            </a:r>
            <a:r>
              <a:rPr lang="en-US" sz="1700" spc="35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large</a:t>
            </a:r>
            <a:r>
              <a:rPr lang="en-US" sz="1700" spc="55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Tamil</a:t>
            </a:r>
            <a:r>
              <a:rPr lang="en-US" sz="1700" spc="55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movie</a:t>
            </a:r>
            <a:r>
              <a:rPr lang="en-US" sz="1700" spc="35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industry,</a:t>
            </a:r>
            <a:r>
              <a:rPr lang="en-US" sz="1700" spc="50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known</a:t>
            </a:r>
            <a:r>
              <a:rPr lang="en-US" sz="1700" spc="60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as</a:t>
            </a:r>
            <a:r>
              <a:rPr lang="en-US" sz="1700" spc="25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Kollywood,</a:t>
            </a:r>
            <a:r>
              <a:rPr lang="en-US" sz="1700" spc="45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home</a:t>
            </a:r>
            <a:r>
              <a:rPr lang="en-US" sz="1700" spc="55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to</a:t>
            </a:r>
            <a:r>
              <a:rPr lang="en-US" sz="1700" spc="30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most</a:t>
            </a:r>
            <a:r>
              <a:rPr lang="en-US" sz="1700" spc="35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of</a:t>
            </a:r>
            <a:r>
              <a:rPr lang="en-US" sz="1700" spc="20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spc="-25" dirty="0">
                <a:solidFill>
                  <a:srgbClr val="9900FF"/>
                </a:solidFill>
                <a:latin typeface="Comic Sans MS"/>
                <a:cs typeface="Comic Sans MS"/>
              </a:rPr>
              <a:t>the</a:t>
            </a:r>
            <a:endParaRPr lang="en-US" sz="170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35"/>
              </a:spcBef>
            </a:pPr>
            <a:r>
              <a:rPr lang="en-US" sz="1700" dirty="0">
                <a:solidFill>
                  <a:srgbClr val="9900FF"/>
                </a:solidFill>
                <a:latin typeface="Comic Sans MS"/>
                <a:cs typeface="Comic Sans MS"/>
              </a:rPr>
              <a:t>movie</a:t>
            </a:r>
            <a:r>
              <a:rPr lang="en-US" sz="1700" spc="50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lang="en-US" sz="1700" spc="-10" dirty="0">
                <a:solidFill>
                  <a:srgbClr val="9900FF"/>
                </a:solidFill>
                <a:latin typeface="Comic Sans MS"/>
                <a:cs typeface="Comic Sans MS"/>
              </a:rPr>
              <a:t>studios</a:t>
            </a:r>
            <a:endParaRPr lang="en-US" sz="170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0"/>
              </a:spcBef>
            </a:pPr>
            <a:r>
              <a:rPr lang="en-US" sz="1700" spc="-10" dirty="0">
                <a:solidFill>
                  <a:srgbClr val="9900FF"/>
                </a:solidFill>
                <a:latin typeface="Comic Sans MS"/>
                <a:cs typeface="Comic Sans MS"/>
              </a:rPr>
              <a:t>&lt;/pre&gt;</a:t>
            </a:r>
            <a:endParaRPr lang="en-US" sz="170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en-US" sz="1700" spc="-10" dirty="0">
                <a:latin typeface="Comic Sans MS"/>
                <a:cs typeface="Comic Sans MS"/>
              </a:rPr>
              <a:t>&lt;/body&gt;</a:t>
            </a:r>
            <a:endParaRPr lang="en-US" sz="170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en-US" sz="1700" spc="-10" dirty="0">
                <a:latin typeface="Comic Sans MS"/>
                <a:cs typeface="Comic Sans MS"/>
              </a:rPr>
              <a:t>&lt;/html&gt;</a:t>
            </a:r>
            <a:endParaRPr sz="170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191999" cy="67741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967" y="110439"/>
            <a:ext cx="4483735" cy="6146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850" b="1" dirty="0">
                <a:latin typeface="Comic Sans MS"/>
                <a:cs typeface="Comic Sans MS"/>
              </a:rPr>
              <a:t>Setting</a:t>
            </a:r>
            <a:r>
              <a:rPr sz="3850" b="1" spc="-5" dirty="0">
                <a:latin typeface="Comic Sans MS"/>
                <a:cs typeface="Comic Sans MS"/>
              </a:rPr>
              <a:t> </a:t>
            </a:r>
            <a:r>
              <a:rPr sz="3850" b="1" dirty="0">
                <a:latin typeface="Comic Sans MS"/>
                <a:cs typeface="Comic Sans MS"/>
              </a:rPr>
              <a:t>Font</a:t>
            </a:r>
            <a:r>
              <a:rPr sz="3850" b="1" spc="10" dirty="0">
                <a:latin typeface="Comic Sans MS"/>
                <a:cs typeface="Comic Sans MS"/>
              </a:rPr>
              <a:t> </a:t>
            </a:r>
            <a:r>
              <a:rPr sz="3850" b="1" spc="-10" dirty="0">
                <a:latin typeface="Comic Sans MS"/>
                <a:cs typeface="Comic Sans MS"/>
              </a:rPr>
              <a:t>Style</a:t>
            </a:r>
            <a:endParaRPr sz="385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4967" y="1109877"/>
            <a:ext cx="7244080" cy="520527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100" dirty="0">
                <a:latin typeface="Rockwell" panose="02060603020205020403" pitchFamily="18" charset="0"/>
                <a:cs typeface="Comic Sans MS"/>
              </a:rPr>
              <a:t>&lt;!DOCTYPE</a:t>
            </a:r>
            <a:r>
              <a:rPr sz="2100" spc="9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100" spc="-10" dirty="0">
                <a:latin typeface="Rockwell" panose="02060603020205020403" pitchFamily="18" charset="0"/>
                <a:cs typeface="Comic Sans MS"/>
              </a:rPr>
              <a:t>html&gt;</a:t>
            </a:r>
            <a:endParaRPr sz="2100" dirty="0">
              <a:latin typeface="Rockwell" panose="02060603020205020403" pitchFamily="18" charset="0"/>
              <a:cs typeface="Comic Sans MS"/>
            </a:endParaRPr>
          </a:p>
          <a:p>
            <a:pPr marL="93345">
              <a:lnSpc>
                <a:spcPct val="100000"/>
              </a:lnSpc>
              <a:spcBef>
                <a:spcPts val="420"/>
              </a:spcBef>
            </a:pPr>
            <a:r>
              <a:rPr sz="2100" spc="-10" dirty="0">
                <a:latin typeface="Rockwell" panose="02060603020205020403" pitchFamily="18" charset="0"/>
                <a:cs typeface="Comic Sans MS"/>
              </a:rPr>
              <a:t>&lt;html&gt;</a:t>
            </a:r>
            <a:endParaRPr sz="2100" dirty="0">
              <a:latin typeface="Rockwell" panose="02060603020205020403" pitchFamily="18" charset="0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34"/>
              </a:spcBef>
            </a:pPr>
            <a:r>
              <a:rPr sz="2100" spc="-10" dirty="0">
                <a:latin typeface="Rockwell" panose="02060603020205020403" pitchFamily="18" charset="0"/>
                <a:cs typeface="Comic Sans MS"/>
              </a:rPr>
              <a:t>&lt;head&gt;</a:t>
            </a:r>
            <a:endParaRPr sz="2100" dirty="0">
              <a:latin typeface="Rockwell" panose="02060603020205020403" pitchFamily="18" charset="0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20"/>
              </a:spcBef>
            </a:pPr>
            <a:r>
              <a:rPr sz="2100" dirty="0">
                <a:latin typeface="Rockwell" panose="02060603020205020403" pitchFamily="18" charset="0"/>
                <a:cs typeface="Comic Sans MS"/>
              </a:rPr>
              <a:t>&lt;meta</a:t>
            </a:r>
            <a:r>
              <a:rPr sz="2100" spc="6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100" dirty="0">
                <a:latin typeface="Rockwell" panose="02060603020205020403" pitchFamily="18" charset="0"/>
                <a:cs typeface="Comic Sans MS"/>
              </a:rPr>
              <a:t>charset</a:t>
            </a:r>
            <a:r>
              <a:rPr sz="2100" spc="5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100" dirty="0">
                <a:latin typeface="Rockwell" panose="02060603020205020403" pitchFamily="18" charset="0"/>
                <a:cs typeface="Comic Sans MS"/>
              </a:rPr>
              <a:t>=</a:t>
            </a:r>
            <a:r>
              <a:rPr sz="2100" spc="9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100" dirty="0">
                <a:latin typeface="Rockwell" panose="02060603020205020403" pitchFamily="18" charset="0"/>
                <a:cs typeface="Comic Sans MS"/>
              </a:rPr>
              <a:t>"utf-</a:t>
            </a:r>
            <a:r>
              <a:rPr sz="2100" spc="-25" dirty="0">
                <a:latin typeface="Rockwell" panose="02060603020205020403" pitchFamily="18" charset="0"/>
                <a:cs typeface="Comic Sans MS"/>
              </a:rPr>
              <a:t>8"&gt;</a:t>
            </a:r>
            <a:endParaRPr sz="2100" dirty="0">
              <a:latin typeface="Rockwell" panose="02060603020205020403" pitchFamily="18" charset="0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20"/>
              </a:spcBef>
            </a:pPr>
            <a:r>
              <a:rPr sz="2100" dirty="0">
                <a:latin typeface="Rockwell" panose="02060603020205020403" pitchFamily="18" charset="0"/>
                <a:cs typeface="Comic Sans MS"/>
              </a:rPr>
              <a:t>&lt;title&gt;setting</a:t>
            </a:r>
            <a:r>
              <a:rPr sz="2100" spc="3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100" dirty="0">
                <a:latin typeface="Rockwell" panose="02060603020205020403" pitchFamily="18" charset="0"/>
                <a:cs typeface="Comic Sans MS"/>
              </a:rPr>
              <a:t>font</a:t>
            </a:r>
            <a:r>
              <a:rPr sz="2100" spc="6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100" spc="-10" dirty="0">
                <a:latin typeface="Rockwell" panose="02060603020205020403" pitchFamily="18" charset="0"/>
                <a:cs typeface="Comic Sans MS"/>
              </a:rPr>
              <a:t>style&lt;/title&gt;</a:t>
            </a:r>
            <a:endParaRPr sz="2100" dirty="0">
              <a:latin typeface="Rockwell" panose="02060603020205020403" pitchFamily="18" charset="0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100" spc="-10" dirty="0">
                <a:latin typeface="Rockwell" panose="02060603020205020403" pitchFamily="18" charset="0"/>
                <a:cs typeface="Comic Sans MS"/>
              </a:rPr>
              <a:t>&lt;/head&gt;</a:t>
            </a:r>
            <a:endParaRPr sz="2100" dirty="0">
              <a:latin typeface="Rockwell" panose="02060603020205020403" pitchFamily="18" charset="0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100" spc="-10" dirty="0">
                <a:latin typeface="Rockwell" panose="02060603020205020403" pitchFamily="18" charset="0"/>
                <a:cs typeface="Comic Sans MS"/>
              </a:rPr>
              <a:t>&lt;body&gt;</a:t>
            </a:r>
            <a:endParaRPr sz="2100" dirty="0">
              <a:latin typeface="Rockwell" panose="02060603020205020403" pitchFamily="18" charset="0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25"/>
              </a:spcBef>
            </a:pPr>
            <a:r>
              <a:rPr sz="2100" dirty="0">
                <a:latin typeface="Rockwell" panose="02060603020205020403" pitchFamily="18" charset="0"/>
                <a:cs typeface="Comic Sans MS"/>
              </a:rPr>
              <a:t>&lt;b&gt;welcome</a:t>
            </a:r>
            <a:r>
              <a:rPr sz="2100" spc="3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100" dirty="0">
                <a:latin typeface="Rockwell" panose="02060603020205020403" pitchFamily="18" charset="0"/>
                <a:cs typeface="Comic Sans MS"/>
              </a:rPr>
              <a:t>to</a:t>
            </a:r>
            <a:r>
              <a:rPr sz="2100" spc="8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100" dirty="0">
                <a:latin typeface="Rockwell" panose="02060603020205020403" pitchFamily="18" charset="0"/>
                <a:cs typeface="Comic Sans MS"/>
              </a:rPr>
              <a:t>VIT</a:t>
            </a:r>
            <a:r>
              <a:rPr sz="2100" spc="55" dirty="0">
                <a:latin typeface="Rockwell" panose="02060603020205020403" pitchFamily="18" charset="0"/>
                <a:cs typeface="Comic Sans MS"/>
              </a:rPr>
              <a:t> </a:t>
            </a:r>
            <a:r>
              <a:rPr lang="en-US" sz="2100" spc="-10" dirty="0">
                <a:latin typeface="Rockwell" panose="02060603020205020403" pitchFamily="18" charset="0"/>
                <a:cs typeface="Comic Sans MS"/>
              </a:rPr>
              <a:t>University</a:t>
            </a:r>
            <a:r>
              <a:rPr sz="2100" spc="-10" dirty="0">
                <a:latin typeface="Rockwell" panose="02060603020205020403" pitchFamily="18" charset="0"/>
                <a:cs typeface="Comic Sans MS"/>
              </a:rPr>
              <a:t>&lt;/b&gt;&lt;br&gt;</a:t>
            </a:r>
            <a:endParaRPr sz="2100" dirty="0">
              <a:latin typeface="Rockwell" panose="02060603020205020403" pitchFamily="18" charset="0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20"/>
              </a:spcBef>
            </a:pPr>
            <a:r>
              <a:rPr sz="2100" dirty="0">
                <a:latin typeface="Rockwell" panose="02060603020205020403" pitchFamily="18" charset="0"/>
                <a:cs typeface="Comic Sans MS"/>
              </a:rPr>
              <a:t>&lt;i&gt;welcome</a:t>
            </a:r>
            <a:r>
              <a:rPr sz="2100" spc="4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100" dirty="0">
                <a:latin typeface="Rockwell" panose="02060603020205020403" pitchFamily="18" charset="0"/>
                <a:cs typeface="Comic Sans MS"/>
              </a:rPr>
              <a:t>to</a:t>
            </a:r>
            <a:r>
              <a:rPr sz="2100" spc="6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100" dirty="0">
                <a:latin typeface="Rockwell" panose="02060603020205020403" pitchFamily="18" charset="0"/>
                <a:cs typeface="Comic Sans MS"/>
              </a:rPr>
              <a:t>VIT</a:t>
            </a:r>
            <a:r>
              <a:rPr sz="2100" spc="70" dirty="0">
                <a:latin typeface="Rockwell" panose="02060603020205020403" pitchFamily="18" charset="0"/>
                <a:cs typeface="Comic Sans MS"/>
              </a:rPr>
              <a:t> </a:t>
            </a:r>
            <a:r>
              <a:rPr lang="en-US" sz="2100" spc="-10" dirty="0">
                <a:latin typeface="Rockwell" panose="02060603020205020403" pitchFamily="18" charset="0"/>
                <a:cs typeface="Comic Sans MS"/>
              </a:rPr>
              <a:t>University </a:t>
            </a:r>
            <a:r>
              <a:rPr sz="2100" spc="-10" dirty="0">
                <a:latin typeface="Rockwell" panose="02060603020205020403" pitchFamily="18" charset="0"/>
                <a:cs typeface="Comic Sans MS"/>
              </a:rPr>
              <a:t>&lt;/i&gt;&lt;br&gt;</a:t>
            </a:r>
            <a:endParaRPr sz="2100" dirty="0">
              <a:latin typeface="Rockwell" panose="02060603020205020403" pitchFamily="18" charset="0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30"/>
              </a:spcBef>
            </a:pPr>
            <a:r>
              <a:rPr sz="2100" dirty="0">
                <a:latin typeface="Rockwell" panose="02060603020205020403" pitchFamily="18" charset="0"/>
                <a:cs typeface="Comic Sans MS"/>
              </a:rPr>
              <a:t>&lt;strong&gt;welcome</a:t>
            </a:r>
            <a:r>
              <a:rPr sz="2100" spc="8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100" dirty="0">
                <a:latin typeface="Rockwell" panose="02060603020205020403" pitchFamily="18" charset="0"/>
                <a:cs typeface="Comic Sans MS"/>
              </a:rPr>
              <a:t>to</a:t>
            </a:r>
            <a:r>
              <a:rPr sz="2100" spc="5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100" dirty="0">
                <a:latin typeface="Rockwell" panose="02060603020205020403" pitchFamily="18" charset="0"/>
                <a:cs typeface="Comic Sans MS"/>
              </a:rPr>
              <a:t>VIT</a:t>
            </a:r>
            <a:r>
              <a:rPr sz="2100" spc="75" dirty="0">
                <a:latin typeface="Rockwell" panose="02060603020205020403" pitchFamily="18" charset="0"/>
                <a:cs typeface="Comic Sans MS"/>
              </a:rPr>
              <a:t> </a:t>
            </a:r>
            <a:r>
              <a:rPr lang="en-US" sz="2100" spc="-10" dirty="0">
                <a:latin typeface="Rockwell" panose="02060603020205020403" pitchFamily="18" charset="0"/>
                <a:cs typeface="Comic Sans MS"/>
              </a:rPr>
              <a:t>University</a:t>
            </a:r>
            <a:r>
              <a:rPr sz="2100" spc="-10" dirty="0">
                <a:latin typeface="Rockwell" panose="02060603020205020403" pitchFamily="18" charset="0"/>
                <a:cs typeface="Comic Sans MS"/>
              </a:rPr>
              <a:t>&lt;/strong&gt;&lt;br&gt;</a:t>
            </a:r>
            <a:endParaRPr sz="2100" dirty="0">
              <a:latin typeface="Rockwell" panose="02060603020205020403" pitchFamily="18" charset="0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20"/>
              </a:spcBef>
            </a:pPr>
            <a:r>
              <a:rPr sz="2100" dirty="0">
                <a:latin typeface="Rockwell" panose="02060603020205020403" pitchFamily="18" charset="0"/>
                <a:cs typeface="Comic Sans MS"/>
              </a:rPr>
              <a:t>&lt;strike&gt;welcome</a:t>
            </a:r>
            <a:r>
              <a:rPr sz="2100" spc="30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100" dirty="0">
                <a:latin typeface="Rockwell" panose="02060603020205020403" pitchFamily="18" charset="0"/>
                <a:cs typeface="Comic Sans MS"/>
              </a:rPr>
              <a:t>to</a:t>
            </a:r>
            <a:r>
              <a:rPr sz="2100" spc="6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100" dirty="0">
                <a:latin typeface="Rockwell" panose="02060603020205020403" pitchFamily="18" charset="0"/>
                <a:cs typeface="Comic Sans MS"/>
              </a:rPr>
              <a:t>VIT</a:t>
            </a:r>
            <a:r>
              <a:rPr sz="2100" spc="65" dirty="0">
                <a:latin typeface="Rockwell" panose="02060603020205020403" pitchFamily="18" charset="0"/>
                <a:cs typeface="Comic Sans MS"/>
              </a:rPr>
              <a:t> </a:t>
            </a:r>
            <a:r>
              <a:rPr lang="en-US" sz="2100" spc="-10" dirty="0">
                <a:latin typeface="Rockwell" panose="02060603020205020403" pitchFamily="18" charset="0"/>
                <a:cs typeface="Comic Sans MS"/>
              </a:rPr>
              <a:t>University </a:t>
            </a:r>
            <a:r>
              <a:rPr sz="2100" spc="-10" dirty="0">
                <a:latin typeface="Rockwell" panose="02060603020205020403" pitchFamily="18" charset="0"/>
                <a:cs typeface="Comic Sans MS"/>
              </a:rPr>
              <a:t>&lt;/strike&gt;&lt;br&gt;</a:t>
            </a:r>
            <a:endParaRPr sz="2100" dirty="0">
              <a:latin typeface="Rockwell" panose="02060603020205020403" pitchFamily="18" charset="0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25"/>
              </a:spcBef>
            </a:pPr>
            <a:r>
              <a:rPr sz="2100" dirty="0">
                <a:latin typeface="Rockwell" panose="02060603020205020403" pitchFamily="18" charset="0"/>
                <a:cs typeface="Comic Sans MS"/>
              </a:rPr>
              <a:t>&lt;center&gt;welcome</a:t>
            </a:r>
            <a:r>
              <a:rPr sz="2100" spc="4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100" dirty="0">
                <a:latin typeface="Rockwell" panose="02060603020205020403" pitchFamily="18" charset="0"/>
                <a:cs typeface="Comic Sans MS"/>
              </a:rPr>
              <a:t>to</a:t>
            </a:r>
            <a:r>
              <a:rPr sz="2100" spc="7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100" dirty="0">
                <a:latin typeface="Rockwell" panose="02060603020205020403" pitchFamily="18" charset="0"/>
                <a:cs typeface="Comic Sans MS"/>
              </a:rPr>
              <a:t>VIT</a:t>
            </a:r>
            <a:r>
              <a:rPr sz="2100" spc="85" dirty="0">
                <a:latin typeface="Rockwell" panose="02060603020205020403" pitchFamily="18" charset="0"/>
                <a:cs typeface="Comic Sans MS"/>
              </a:rPr>
              <a:t> </a:t>
            </a:r>
            <a:r>
              <a:rPr sz="2100" spc="-10" dirty="0">
                <a:latin typeface="Rockwell" panose="02060603020205020403" pitchFamily="18" charset="0"/>
                <a:cs typeface="Comic Sans MS"/>
              </a:rPr>
              <a:t>college&lt;/center&gt;&lt;br&gt;&lt;/body&gt;</a:t>
            </a:r>
            <a:endParaRPr sz="2100" dirty="0">
              <a:latin typeface="Rockwell" panose="02060603020205020403" pitchFamily="18" charset="0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100" spc="-10" dirty="0">
                <a:latin typeface="Rockwell" panose="02060603020205020403" pitchFamily="18" charset="0"/>
                <a:cs typeface="Comic Sans MS"/>
              </a:rPr>
              <a:t>&lt;/html&gt;</a:t>
            </a:r>
            <a:endParaRPr sz="2100" dirty="0">
              <a:latin typeface="Rockwell" panose="02060603020205020403" pitchFamily="18" charset="0"/>
              <a:cs typeface="Comic Sans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967" y="209549"/>
            <a:ext cx="58896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Comic Sans MS"/>
                <a:cs typeface="Comic Sans MS"/>
              </a:rPr>
              <a:t>Setting</a:t>
            </a:r>
            <a:r>
              <a:rPr sz="4000" b="1" spc="-70" dirty="0">
                <a:latin typeface="Comic Sans MS"/>
                <a:cs typeface="Comic Sans MS"/>
              </a:rPr>
              <a:t> </a:t>
            </a:r>
            <a:r>
              <a:rPr sz="4000" b="1" dirty="0">
                <a:latin typeface="Comic Sans MS"/>
                <a:cs typeface="Comic Sans MS"/>
              </a:rPr>
              <a:t>Font</a:t>
            </a:r>
            <a:r>
              <a:rPr sz="4000" b="1" spc="-95" dirty="0">
                <a:latin typeface="Comic Sans MS"/>
                <a:cs typeface="Comic Sans MS"/>
              </a:rPr>
              <a:t> </a:t>
            </a:r>
            <a:r>
              <a:rPr sz="4000" b="1" dirty="0">
                <a:latin typeface="Comic Sans MS"/>
                <a:cs typeface="Comic Sans MS"/>
              </a:rPr>
              <a:t>and</a:t>
            </a:r>
            <a:r>
              <a:rPr sz="4000" b="1" spc="-95" dirty="0">
                <a:latin typeface="Comic Sans MS"/>
                <a:cs typeface="Comic Sans MS"/>
              </a:rPr>
              <a:t> </a:t>
            </a:r>
            <a:r>
              <a:rPr sz="4000" b="1" spc="-10" dirty="0">
                <a:latin typeface="Comic Sans MS"/>
                <a:cs typeface="Comic Sans MS"/>
              </a:rPr>
              <a:t>Colors</a:t>
            </a:r>
            <a:endParaRPr sz="40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4967" y="1042873"/>
            <a:ext cx="9701530" cy="519757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dirty="0">
                <a:latin typeface="Comic Sans MS"/>
                <a:cs typeface="Comic Sans MS"/>
              </a:rPr>
              <a:t>&lt;!DOCTYPE</a:t>
            </a:r>
            <a:r>
              <a:rPr sz="2250" spc="60" dirty="0">
                <a:latin typeface="Comic Sans MS"/>
                <a:cs typeface="Comic Sans MS"/>
              </a:rPr>
              <a:t> </a:t>
            </a:r>
            <a:r>
              <a:rPr sz="2250" spc="-20" dirty="0">
                <a:latin typeface="Comic Sans MS"/>
                <a:cs typeface="Comic Sans MS"/>
              </a:rPr>
              <a:t>html&gt;</a:t>
            </a:r>
            <a:endParaRPr sz="2250" dirty="0">
              <a:latin typeface="Comic Sans MS"/>
              <a:cs typeface="Comic Sans MS"/>
            </a:endParaRPr>
          </a:p>
          <a:p>
            <a:pPr marL="97790">
              <a:lnSpc>
                <a:spcPct val="100000"/>
              </a:lnSpc>
              <a:spcBef>
                <a:spcPts val="170"/>
              </a:spcBef>
            </a:pPr>
            <a:r>
              <a:rPr sz="2250" spc="-10" dirty="0">
                <a:latin typeface="Comic Sans MS"/>
                <a:cs typeface="Comic Sans MS"/>
              </a:rPr>
              <a:t>&lt;html&gt;</a:t>
            </a:r>
            <a:endParaRPr sz="225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180"/>
              </a:spcBef>
            </a:pPr>
            <a:r>
              <a:rPr sz="2250" spc="-10" dirty="0">
                <a:latin typeface="Comic Sans MS"/>
                <a:cs typeface="Comic Sans MS"/>
              </a:rPr>
              <a:t>&lt;head&gt;</a:t>
            </a:r>
            <a:endParaRPr sz="225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170"/>
              </a:spcBef>
            </a:pPr>
            <a:r>
              <a:rPr sz="2250" dirty="0">
                <a:latin typeface="Comic Sans MS"/>
                <a:cs typeface="Comic Sans MS"/>
              </a:rPr>
              <a:t>&lt;meta</a:t>
            </a:r>
            <a:r>
              <a:rPr sz="2250" spc="6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charset</a:t>
            </a:r>
            <a:r>
              <a:rPr sz="2250" spc="7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=</a:t>
            </a:r>
            <a:r>
              <a:rPr sz="2250" spc="6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"utf-</a:t>
            </a:r>
            <a:r>
              <a:rPr sz="2250" spc="-25" dirty="0">
                <a:latin typeface="Comic Sans MS"/>
                <a:cs typeface="Comic Sans MS"/>
              </a:rPr>
              <a:t>8"&gt;</a:t>
            </a:r>
            <a:endParaRPr sz="225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165"/>
              </a:spcBef>
            </a:pPr>
            <a:r>
              <a:rPr sz="2250" dirty="0">
                <a:latin typeface="Comic Sans MS"/>
                <a:cs typeface="Comic Sans MS"/>
              </a:rPr>
              <a:t>&lt;title&gt;setting</a:t>
            </a:r>
            <a:r>
              <a:rPr sz="2250" spc="1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font</a:t>
            </a:r>
            <a:r>
              <a:rPr sz="2250" spc="2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and</a:t>
            </a:r>
            <a:r>
              <a:rPr sz="2250" spc="40" dirty="0">
                <a:latin typeface="Comic Sans MS"/>
                <a:cs typeface="Comic Sans MS"/>
              </a:rPr>
              <a:t> </a:t>
            </a:r>
            <a:r>
              <a:rPr sz="2250" spc="-10" dirty="0">
                <a:latin typeface="Comic Sans MS"/>
                <a:cs typeface="Comic Sans MS"/>
              </a:rPr>
              <a:t>colors&lt;/title&gt;</a:t>
            </a:r>
            <a:endParaRPr sz="225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250" spc="-10" dirty="0">
                <a:latin typeface="Comic Sans MS"/>
                <a:cs typeface="Comic Sans MS"/>
              </a:rPr>
              <a:t>&lt;/head&gt;</a:t>
            </a:r>
            <a:endParaRPr sz="225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170"/>
              </a:spcBef>
            </a:pPr>
            <a:r>
              <a:rPr sz="2250" b="1" dirty="0">
                <a:solidFill>
                  <a:srgbClr val="0000FF"/>
                </a:solidFill>
                <a:latin typeface="Comic Sans MS"/>
                <a:cs typeface="Comic Sans MS"/>
              </a:rPr>
              <a:t>&lt;body</a:t>
            </a:r>
            <a:r>
              <a:rPr sz="2250" b="1" spc="4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250" b="1" spc="-10" dirty="0" err="1">
                <a:solidFill>
                  <a:srgbClr val="0000FF"/>
                </a:solidFill>
                <a:latin typeface="Comic Sans MS"/>
                <a:cs typeface="Comic Sans MS"/>
              </a:rPr>
              <a:t>bgcolor</a:t>
            </a:r>
            <a:r>
              <a:rPr sz="2250" b="1" spc="-10" dirty="0">
                <a:solidFill>
                  <a:srgbClr val="0000FF"/>
                </a:solidFill>
                <a:latin typeface="Comic Sans MS"/>
                <a:cs typeface="Comic Sans MS"/>
              </a:rPr>
              <a:t>=”</a:t>
            </a:r>
            <a:r>
              <a:rPr lang="en-US" sz="2250" b="1" spc="-10" dirty="0">
                <a:solidFill>
                  <a:srgbClr val="0000FF"/>
                </a:solidFill>
                <a:latin typeface="Comic Sans MS"/>
                <a:cs typeface="Comic Sans MS"/>
              </a:rPr>
              <a:t>blue</a:t>
            </a:r>
            <a:r>
              <a:rPr sz="2250" b="1" spc="-10" dirty="0">
                <a:solidFill>
                  <a:srgbClr val="0000FF"/>
                </a:solidFill>
                <a:latin typeface="Comic Sans MS"/>
                <a:cs typeface="Comic Sans MS"/>
              </a:rPr>
              <a:t>”&gt;</a:t>
            </a:r>
            <a:endParaRPr sz="225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170"/>
              </a:spcBef>
            </a:pPr>
            <a:r>
              <a:rPr sz="2250" spc="-10" dirty="0">
                <a:latin typeface="Comic Sans MS"/>
                <a:cs typeface="Comic Sans MS"/>
              </a:rPr>
              <a:t>&lt;h1&gt;India&lt;/h1&gt;</a:t>
            </a:r>
            <a:endParaRPr sz="225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165"/>
              </a:spcBef>
            </a:pPr>
            <a:r>
              <a:rPr sz="2250" dirty="0">
                <a:solidFill>
                  <a:srgbClr val="FF0000"/>
                </a:solidFill>
                <a:latin typeface="Comic Sans MS"/>
                <a:cs typeface="Comic Sans MS"/>
              </a:rPr>
              <a:t>&lt;font</a:t>
            </a:r>
            <a:r>
              <a:rPr sz="2250" spc="6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50" dirty="0">
                <a:solidFill>
                  <a:srgbClr val="FF0000"/>
                </a:solidFill>
                <a:latin typeface="Comic Sans MS"/>
                <a:cs typeface="Comic Sans MS"/>
              </a:rPr>
              <a:t>face="arial"</a:t>
            </a:r>
            <a:r>
              <a:rPr sz="2250" spc="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50" dirty="0">
                <a:solidFill>
                  <a:srgbClr val="FF0000"/>
                </a:solidFill>
                <a:latin typeface="Comic Sans MS"/>
                <a:cs typeface="Comic Sans MS"/>
              </a:rPr>
              <a:t>color="red"</a:t>
            </a:r>
            <a:r>
              <a:rPr sz="2250" spc="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50" spc="-10" dirty="0">
                <a:solidFill>
                  <a:srgbClr val="FF0000"/>
                </a:solidFill>
                <a:latin typeface="Comic Sans MS"/>
                <a:cs typeface="Comic Sans MS"/>
              </a:rPr>
              <a:t>size="5"&gt;</a:t>
            </a:r>
            <a:endParaRPr sz="225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170"/>
              </a:spcBef>
            </a:pPr>
            <a:r>
              <a:rPr sz="2250" dirty="0">
                <a:latin typeface="Comic Sans MS"/>
                <a:cs typeface="Comic Sans MS"/>
              </a:rPr>
              <a:t>India</a:t>
            </a:r>
            <a:r>
              <a:rPr sz="2250" spc="3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is</a:t>
            </a:r>
            <a:r>
              <a:rPr sz="2250" spc="4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a</a:t>
            </a:r>
            <a:r>
              <a:rPr sz="2250" spc="3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country</a:t>
            </a:r>
            <a:r>
              <a:rPr sz="2250" spc="4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that</a:t>
            </a:r>
            <a:r>
              <a:rPr sz="2250" spc="3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occupies</a:t>
            </a:r>
            <a:r>
              <a:rPr sz="2250" spc="4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the</a:t>
            </a:r>
            <a:r>
              <a:rPr sz="2250" spc="2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greater</a:t>
            </a:r>
            <a:r>
              <a:rPr sz="2250" spc="6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part</a:t>
            </a:r>
            <a:r>
              <a:rPr sz="2250" spc="3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of</a:t>
            </a:r>
            <a:r>
              <a:rPr sz="2250" spc="5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South</a:t>
            </a:r>
            <a:r>
              <a:rPr sz="2250" spc="30" dirty="0">
                <a:latin typeface="Comic Sans MS"/>
                <a:cs typeface="Comic Sans MS"/>
              </a:rPr>
              <a:t> </a:t>
            </a:r>
            <a:r>
              <a:rPr sz="2250" spc="-10" dirty="0">
                <a:latin typeface="Comic Sans MS"/>
                <a:cs typeface="Comic Sans MS"/>
              </a:rPr>
              <a:t>Asia&lt;br&gt;</a:t>
            </a:r>
            <a:endParaRPr sz="225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170"/>
              </a:spcBef>
            </a:pPr>
            <a:r>
              <a:rPr sz="2250" dirty="0">
                <a:solidFill>
                  <a:srgbClr val="FF0000"/>
                </a:solidFill>
                <a:latin typeface="Comic Sans MS"/>
                <a:cs typeface="Comic Sans MS"/>
              </a:rPr>
              <a:t>&lt;font</a:t>
            </a:r>
            <a:r>
              <a:rPr sz="2250" spc="8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50" dirty="0">
                <a:solidFill>
                  <a:srgbClr val="FF0000"/>
                </a:solidFill>
                <a:latin typeface="Comic Sans MS"/>
                <a:cs typeface="Comic Sans MS"/>
              </a:rPr>
              <a:t>face="timesnewroman"</a:t>
            </a:r>
            <a:r>
              <a:rPr sz="2250" spc="7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50" dirty="0">
                <a:solidFill>
                  <a:srgbClr val="FF0000"/>
                </a:solidFill>
                <a:latin typeface="Comic Sans MS"/>
                <a:cs typeface="Comic Sans MS"/>
              </a:rPr>
              <a:t>color="green"</a:t>
            </a:r>
            <a:r>
              <a:rPr sz="2250" spc="9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50" spc="-10" dirty="0">
                <a:solidFill>
                  <a:srgbClr val="FF0000"/>
                </a:solidFill>
                <a:latin typeface="Comic Sans MS"/>
                <a:cs typeface="Comic Sans MS"/>
              </a:rPr>
              <a:t>size="6"&gt;</a:t>
            </a:r>
            <a:endParaRPr sz="225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170"/>
              </a:spcBef>
            </a:pPr>
            <a:r>
              <a:rPr sz="2250" dirty="0">
                <a:latin typeface="Comic Sans MS"/>
                <a:cs typeface="Comic Sans MS"/>
              </a:rPr>
              <a:t>India</a:t>
            </a:r>
            <a:r>
              <a:rPr sz="2250" spc="3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is</a:t>
            </a:r>
            <a:r>
              <a:rPr sz="2250" spc="4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a</a:t>
            </a:r>
            <a:r>
              <a:rPr sz="2250" spc="3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country</a:t>
            </a:r>
            <a:r>
              <a:rPr sz="2250" spc="4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that</a:t>
            </a:r>
            <a:r>
              <a:rPr sz="2250" spc="3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occupies</a:t>
            </a:r>
            <a:r>
              <a:rPr sz="2250" spc="4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the</a:t>
            </a:r>
            <a:r>
              <a:rPr sz="2250" spc="2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greater</a:t>
            </a:r>
            <a:r>
              <a:rPr sz="2250" spc="6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part</a:t>
            </a:r>
            <a:r>
              <a:rPr sz="2250" spc="3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of</a:t>
            </a:r>
            <a:r>
              <a:rPr sz="2250" spc="5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South</a:t>
            </a:r>
            <a:r>
              <a:rPr sz="2250" spc="30" dirty="0">
                <a:latin typeface="Comic Sans MS"/>
                <a:cs typeface="Comic Sans MS"/>
              </a:rPr>
              <a:t> </a:t>
            </a:r>
            <a:r>
              <a:rPr sz="2250" spc="-20" dirty="0">
                <a:latin typeface="Comic Sans MS"/>
                <a:cs typeface="Comic Sans MS"/>
              </a:rPr>
              <a:t>Asia</a:t>
            </a:r>
            <a:endParaRPr sz="225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165"/>
              </a:spcBef>
            </a:pPr>
            <a:r>
              <a:rPr sz="2250" spc="-10" dirty="0">
                <a:latin typeface="Comic Sans MS"/>
                <a:cs typeface="Comic Sans MS"/>
              </a:rPr>
              <a:t>&lt;/body&gt;</a:t>
            </a:r>
            <a:endParaRPr sz="225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250" spc="-10" dirty="0">
                <a:latin typeface="Comic Sans MS"/>
                <a:cs typeface="Comic Sans MS"/>
              </a:rPr>
              <a:t>&lt;/html&gt;</a:t>
            </a:r>
            <a:endParaRPr sz="225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051" y="592836"/>
            <a:ext cx="11305032" cy="584911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4967" y="201320"/>
            <a:ext cx="7681595" cy="4234180"/>
          </a:xfrm>
          <a:prstGeom prst="rect">
            <a:avLst/>
          </a:prstGeom>
        </p:spPr>
        <p:txBody>
          <a:bodyPr vert="horz" wrap="square" lIns="0" tIns="216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sz="2800" b="1" spc="-10" dirty="0">
                <a:latin typeface="Comic Sans MS"/>
                <a:cs typeface="Comic Sans MS"/>
              </a:rPr>
              <a:t>Colors:</a:t>
            </a:r>
            <a:endParaRPr sz="2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sz="2800" dirty="0">
                <a:latin typeface="Comic Sans MS"/>
                <a:cs typeface="Comic Sans MS"/>
              </a:rPr>
              <a:t>Color</a:t>
            </a:r>
            <a:r>
              <a:rPr sz="2800" spc="-7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is</a:t>
            </a:r>
            <a:r>
              <a:rPr sz="2800" spc="-6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the</a:t>
            </a:r>
            <a:r>
              <a:rPr sz="2800" spc="-6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combination</a:t>
            </a:r>
            <a:r>
              <a:rPr sz="2800" spc="-5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of</a:t>
            </a:r>
            <a:r>
              <a:rPr sz="2800" spc="-6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red</a:t>
            </a:r>
            <a:r>
              <a:rPr sz="2800" spc="-5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green</a:t>
            </a:r>
            <a:r>
              <a:rPr sz="2800" spc="-7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and</a:t>
            </a:r>
            <a:r>
              <a:rPr sz="2800" spc="-60" dirty="0">
                <a:latin typeface="Comic Sans MS"/>
                <a:cs typeface="Comic Sans MS"/>
              </a:rPr>
              <a:t> </a:t>
            </a:r>
            <a:r>
              <a:rPr sz="2800" spc="-20" dirty="0">
                <a:latin typeface="Comic Sans MS"/>
                <a:cs typeface="Comic Sans MS"/>
              </a:rPr>
              <a:t>blue</a:t>
            </a:r>
            <a:endParaRPr sz="280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1595"/>
              </a:spcBef>
            </a:pPr>
            <a:r>
              <a:rPr sz="2800" dirty="0">
                <a:latin typeface="Comic Sans MS"/>
                <a:cs typeface="Comic Sans MS"/>
              </a:rPr>
              <a:t>color</a:t>
            </a:r>
            <a:r>
              <a:rPr sz="2800" spc="-3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=</a:t>
            </a:r>
            <a:r>
              <a:rPr sz="2800" spc="-35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“red”</a:t>
            </a:r>
            <a:endParaRPr sz="280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1600"/>
              </a:spcBef>
            </a:pPr>
            <a:r>
              <a:rPr sz="2800" spc="-10" dirty="0">
                <a:latin typeface="Comic Sans MS"/>
                <a:cs typeface="Comic Sans MS"/>
              </a:rPr>
              <a:t>color=rgb(122,255,0)</a:t>
            </a:r>
            <a:endParaRPr sz="280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1605"/>
              </a:spcBef>
            </a:pPr>
            <a:r>
              <a:rPr sz="2800" dirty="0">
                <a:latin typeface="Comic Sans MS"/>
                <a:cs typeface="Comic Sans MS"/>
              </a:rPr>
              <a:t>color</a:t>
            </a:r>
            <a:r>
              <a:rPr sz="2800" spc="-4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=</a:t>
            </a:r>
            <a:r>
              <a:rPr sz="2800" spc="-35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“#FF0000”</a:t>
            </a:r>
            <a:endParaRPr sz="2800">
              <a:latin typeface="Comic Sans MS"/>
              <a:cs typeface="Comic Sans MS"/>
            </a:endParaRPr>
          </a:p>
          <a:p>
            <a:pPr marL="12700" marR="976630">
              <a:lnSpc>
                <a:spcPct val="100000"/>
              </a:lnSpc>
              <a:spcBef>
                <a:spcPts val="1600"/>
              </a:spcBef>
            </a:pPr>
            <a:r>
              <a:rPr sz="2800" dirty="0">
                <a:solidFill>
                  <a:srgbClr val="0000FF"/>
                </a:solidFill>
                <a:latin typeface="Comic Sans MS"/>
                <a:cs typeface="Comic Sans MS"/>
              </a:rPr>
              <a:t>values</a:t>
            </a:r>
            <a:r>
              <a:rPr sz="2800" spc="-5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0000FF"/>
                </a:solidFill>
                <a:latin typeface="Comic Sans MS"/>
                <a:cs typeface="Comic Sans MS"/>
              </a:rPr>
              <a:t>vary</a:t>
            </a:r>
            <a:r>
              <a:rPr sz="2800" spc="-2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0000FF"/>
                </a:solidFill>
                <a:latin typeface="Comic Sans MS"/>
                <a:cs typeface="Comic Sans MS"/>
              </a:rPr>
              <a:t>from</a:t>
            </a:r>
            <a:r>
              <a:rPr sz="2800" spc="-3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0000FF"/>
                </a:solidFill>
                <a:latin typeface="Comic Sans MS"/>
                <a:cs typeface="Comic Sans MS"/>
              </a:rPr>
              <a:t>00</a:t>
            </a:r>
            <a:r>
              <a:rPr sz="2800" spc="-4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0000FF"/>
                </a:solidFill>
                <a:latin typeface="Comic Sans MS"/>
                <a:cs typeface="Comic Sans MS"/>
              </a:rPr>
              <a:t>to</a:t>
            </a:r>
            <a:r>
              <a:rPr sz="2800" spc="-4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0000FF"/>
                </a:solidFill>
                <a:latin typeface="Comic Sans MS"/>
                <a:cs typeface="Comic Sans MS"/>
              </a:rPr>
              <a:t>FF</a:t>
            </a:r>
            <a:r>
              <a:rPr sz="2800" spc="-4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omic Sans MS"/>
                <a:cs typeface="Comic Sans MS"/>
              </a:rPr>
              <a:t>(hexadecimal) 0,1,2,3,4,5,6,7,8,9,a,b,c,d,e,f</a:t>
            </a:r>
            <a:endParaRPr sz="2800">
              <a:latin typeface="Comic Sans MS"/>
              <a:cs typeface="Comic Sans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3800" y="4435500"/>
            <a:ext cx="7645400" cy="2247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360" rIns="0" bIns="0" rtlCol="0">
            <a:spAutoFit/>
          </a:bodyPr>
          <a:lstStyle/>
          <a:p>
            <a:pPr marL="3408679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Comic Sans MS"/>
                <a:cs typeface="Comic Sans MS"/>
              </a:rPr>
              <a:t>HTML</a:t>
            </a:r>
            <a:r>
              <a:rPr sz="4000" b="1" spc="-110" dirty="0">
                <a:latin typeface="Comic Sans MS"/>
                <a:cs typeface="Comic Sans MS"/>
              </a:rPr>
              <a:t> </a:t>
            </a:r>
            <a:r>
              <a:rPr sz="4000" b="1" dirty="0">
                <a:latin typeface="Comic Sans MS"/>
                <a:cs typeface="Comic Sans MS"/>
              </a:rPr>
              <a:t>Empty</a:t>
            </a:r>
            <a:r>
              <a:rPr sz="4000" b="1" spc="-95" dirty="0">
                <a:latin typeface="Comic Sans MS"/>
                <a:cs typeface="Comic Sans MS"/>
              </a:rPr>
              <a:t> </a:t>
            </a:r>
            <a:r>
              <a:rPr sz="4000" b="1" spc="-20" dirty="0">
                <a:latin typeface="Comic Sans MS"/>
                <a:cs typeface="Comic Sans MS"/>
              </a:rPr>
              <a:t>Tags</a:t>
            </a:r>
            <a:endParaRPr sz="40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4967" y="1429283"/>
            <a:ext cx="10125075" cy="3862070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2200" dirty="0">
                <a:solidFill>
                  <a:srgbClr val="0000FF"/>
                </a:solidFill>
                <a:latin typeface="Comic Sans MS"/>
                <a:cs typeface="Comic Sans MS"/>
              </a:rPr>
              <a:t>&lt;hr&gt;</a:t>
            </a:r>
            <a:r>
              <a:rPr sz="2200" spc="-8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0000FF"/>
                </a:solidFill>
                <a:latin typeface="Comic Sans MS"/>
                <a:cs typeface="Comic Sans MS"/>
              </a:rPr>
              <a:t>horizontal</a:t>
            </a:r>
            <a:r>
              <a:rPr sz="2200" spc="-5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200" spc="-20" dirty="0">
                <a:solidFill>
                  <a:srgbClr val="0000FF"/>
                </a:solidFill>
                <a:latin typeface="Comic Sans MS"/>
                <a:cs typeface="Comic Sans MS"/>
              </a:rPr>
              <a:t>rule</a:t>
            </a:r>
            <a:endParaRPr sz="2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2200" dirty="0">
                <a:latin typeface="Comic Sans MS"/>
                <a:cs typeface="Comic Sans MS"/>
              </a:rPr>
              <a:t>The</a:t>
            </a:r>
            <a:r>
              <a:rPr sz="2200" spc="-4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&lt;hr&gt;</a:t>
            </a:r>
            <a:r>
              <a:rPr sz="2200" spc="-4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tag</a:t>
            </a:r>
            <a:r>
              <a:rPr sz="2200" spc="-5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defines</a:t>
            </a:r>
            <a:r>
              <a:rPr sz="2200" spc="-3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a</a:t>
            </a:r>
            <a:r>
              <a:rPr sz="2200" spc="-4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thematic</a:t>
            </a:r>
            <a:r>
              <a:rPr sz="2200" spc="-2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break</a:t>
            </a:r>
            <a:r>
              <a:rPr sz="2200" spc="-5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in</a:t>
            </a:r>
            <a:r>
              <a:rPr sz="2200" spc="-4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an</a:t>
            </a:r>
            <a:r>
              <a:rPr sz="2200" spc="-4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HTML</a:t>
            </a:r>
            <a:r>
              <a:rPr sz="2200" spc="-30" dirty="0">
                <a:latin typeface="Comic Sans MS"/>
                <a:cs typeface="Comic Sans MS"/>
              </a:rPr>
              <a:t> </a:t>
            </a:r>
            <a:r>
              <a:rPr sz="2200" spc="-20" dirty="0">
                <a:latin typeface="Comic Sans MS"/>
                <a:cs typeface="Comic Sans MS"/>
              </a:rPr>
              <a:t>page</a:t>
            </a:r>
            <a:endParaRPr sz="2200">
              <a:latin typeface="Comic Sans MS"/>
              <a:cs typeface="Comic Sans MS"/>
            </a:endParaRPr>
          </a:p>
          <a:p>
            <a:pPr marL="12700">
              <a:lnSpc>
                <a:spcPts val="2510"/>
              </a:lnSpc>
              <a:spcBef>
                <a:spcPts val="1340"/>
              </a:spcBef>
            </a:pPr>
            <a:r>
              <a:rPr sz="2200" dirty="0">
                <a:latin typeface="Comic Sans MS"/>
                <a:cs typeface="Comic Sans MS"/>
              </a:rPr>
              <a:t>Thematic</a:t>
            </a:r>
            <a:r>
              <a:rPr sz="2200" spc="-3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breaks</a:t>
            </a:r>
            <a:r>
              <a:rPr sz="2200" spc="-4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are</a:t>
            </a:r>
            <a:r>
              <a:rPr sz="2200" spc="-5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breaks</a:t>
            </a:r>
            <a:r>
              <a:rPr sz="2200" spc="-5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between</a:t>
            </a:r>
            <a:r>
              <a:rPr sz="2200" spc="-5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two</a:t>
            </a:r>
            <a:r>
              <a:rPr sz="2200" spc="-3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themes,</a:t>
            </a:r>
            <a:r>
              <a:rPr sz="2200" spc="-2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usually</a:t>
            </a:r>
            <a:r>
              <a:rPr sz="2200" spc="-2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placed</a:t>
            </a:r>
            <a:r>
              <a:rPr sz="2200" spc="-5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between</a:t>
            </a:r>
            <a:r>
              <a:rPr sz="2200" spc="-50" dirty="0">
                <a:latin typeface="Comic Sans MS"/>
                <a:cs typeface="Comic Sans MS"/>
              </a:rPr>
              <a:t> </a:t>
            </a:r>
            <a:r>
              <a:rPr sz="2200" spc="-25" dirty="0">
                <a:latin typeface="Comic Sans MS"/>
                <a:cs typeface="Comic Sans MS"/>
              </a:rPr>
              <a:t>two</a:t>
            </a:r>
            <a:endParaRPr sz="2200">
              <a:latin typeface="Comic Sans MS"/>
              <a:cs typeface="Comic Sans MS"/>
            </a:endParaRPr>
          </a:p>
          <a:p>
            <a:pPr marL="12700">
              <a:lnSpc>
                <a:spcPts val="2510"/>
              </a:lnSpc>
            </a:pPr>
            <a:r>
              <a:rPr sz="2200" spc="-10" dirty="0">
                <a:latin typeface="Comic Sans MS"/>
                <a:cs typeface="Comic Sans MS"/>
              </a:rPr>
              <a:t>paragraphs</a:t>
            </a:r>
            <a:endParaRPr sz="2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2200" dirty="0">
                <a:latin typeface="Comic Sans MS"/>
                <a:cs typeface="Comic Sans MS"/>
              </a:rPr>
              <a:t>It</a:t>
            </a:r>
            <a:r>
              <a:rPr sz="2200" spc="-5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is</a:t>
            </a:r>
            <a:r>
              <a:rPr sz="2200" spc="-6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most</a:t>
            </a:r>
            <a:r>
              <a:rPr sz="2200" spc="-3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often</a:t>
            </a:r>
            <a:r>
              <a:rPr sz="2200" spc="-4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displayed</a:t>
            </a:r>
            <a:r>
              <a:rPr sz="2200" spc="-5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as</a:t>
            </a:r>
            <a:r>
              <a:rPr sz="2200" spc="-4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a</a:t>
            </a:r>
            <a:r>
              <a:rPr sz="2200" spc="-5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horizontal</a:t>
            </a:r>
            <a:r>
              <a:rPr sz="2200" spc="-15" dirty="0">
                <a:latin typeface="Comic Sans MS"/>
                <a:cs typeface="Comic Sans MS"/>
              </a:rPr>
              <a:t> </a:t>
            </a:r>
            <a:r>
              <a:rPr sz="2200" spc="-20" dirty="0">
                <a:latin typeface="Comic Sans MS"/>
                <a:cs typeface="Comic Sans MS"/>
              </a:rPr>
              <a:t>rule</a:t>
            </a:r>
            <a:endParaRPr sz="2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2200" dirty="0">
                <a:solidFill>
                  <a:srgbClr val="0000FF"/>
                </a:solidFill>
                <a:latin typeface="Comic Sans MS"/>
                <a:cs typeface="Comic Sans MS"/>
              </a:rPr>
              <a:t>&lt;br&gt;</a:t>
            </a:r>
            <a:r>
              <a:rPr sz="2200" spc="-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200" spc="-10" dirty="0">
                <a:solidFill>
                  <a:srgbClr val="0000FF"/>
                </a:solidFill>
                <a:latin typeface="Comic Sans MS"/>
                <a:cs typeface="Comic Sans MS"/>
              </a:rPr>
              <a:t>-</a:t>
            </a:r>
            <a:r>
              <a:rPr sz="2200" dirty="0">
                <a:solidFill>
                  <a:srgbClr val="0000FF"/>
                </a:solidFill>
                <a:latin typeface="Comic Sans MS"/>
                <a:cs typeface="Comic Sans MS"/>
              </a:rPr>
              <a:t>line</a:t>
            </a:r>
            <a:r>
              <a:rPr sz="2200" spc="-1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200" spc="-10" dirty="0">
                <a:solidFill>
                  <a:srgbClr val="0000FF"/>
                </a:solidFill>
                <a:latin typeface="Comic Sans MS"/>
                <a:cs typeface="Comic Sans MS"/>
              </a:rPr>
              <a:t>break</a:t>
            </a:r>
            <a:endParaRPr sz="2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2200" dirty="0">
                <a:latin typeface="Comic Sans MS"/>
                <a:cs typeface="Comic Sans MS"/>
              </a:rPr>
              <a:t>To</a:t>
            </a:r>
            <a:r>
              <a:rPr sz="2200" spc="-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display</a:t>
            </a:r>
            <a:r>
              <a:rPr sz="2200" spc="-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in</a:t>
            </a:r>
            <a:r>
              <a:rPr sz="2200" spc="-2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next</a:t>
            </a:r>
            <a:r>
              <a:rPr sz="2200" spc="-1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line</a:t>
            </a:r>
            <a:r>
              <a:rPr sz="2200" spc="-3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in</a:t>
            </a:r>
            <a:r>
              <a:rPr sz="2200" spc="-2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web</a:t>
            </a:r>
            <a:r>
              <a:rPr sz="2200" spc="-30" dirty="0">
                <a:latin typeface="Comic Sans MS"/>
                <a:cs typeface="Comic Sans MS"/>
              </a:rPr>
              <a:t> </a:t>
            </a:r>
            <a:r>
              <a:rPr sz="2200" spc="-20" dirty="0">
                <a:latin typeface="Comic Sans MS"/>
                <a:cs typeface="Comic Sans MS"/>
              </a:rPr>
              <a:t>page</a:t>
            </a:r>
            <a:endParaRPr sz="2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2200" dirty="0">
                <a:latin typeface="Comic Sans MS"/>
                <a:cs typeface="Comic Sans MS"/>
              </a:rPr>
              <a:t>No</a:t>
            </a:r>
            <a:r>
              <a:rPr sz="2200" spc="-2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ending</a:t>
            </a:r>
            <a:r>
              <a:rPr sz="2200" spc="-30" dirty="0">
                <a:latin typeface="Comic Sans MS"/>
                <a:cs typeface="Comic Sans MS"/>
              </a:rPr>
              <a:t> </a:t>
            </a:r>
            <a:r>
              <a:rPr sz="2200" spc="-25" dirty="0">
                <a:latin typeface="Comic Sans MS"/>
                <a:cs typeface="Comic Sans MS"/>
              </a:rPr>
              <a:t>tag</a:t>
            </a:r>
            <a:endParaRPr sz="22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967" y="98247"/>
            <a:ext cx="44189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Comic Sans MS"/>
                <a:cs typeface="Comic Sans MS"/>
              </a:rPr>
              <a:t>Horizontal</a:t>
            </a:r>
            <a:r>
              <a:rPr sz="4400" b="1" spc="-35" dirty="0">
                <a:latin typeface="Comic Sans MS"/>
                <a:cs typeface="Comic Sans MS"/>
              </a:rPr>
              <a:t> </a:t>
            </a:r>
            <a:r>
              <a:rPr sz="4400" b="1" spc="-10" dirty="0">
                <a:latin typeface="Comic Sans MS"/>
                <a:cs typeface="Comic Sans MS"/>
              </a:rPr>
              <a:t>Rules</a:t>
            </a:r>
            <a:endParaRPr sz="44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4967" y="919688"/>
            <a:ext cx="8862695" cy="546100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2050" dirty="0">
                <a:latin typeface="Comic Sans MS"/>
                <a:cs typeface="Comic Sans MS"/>
              </a:rPr>
              <a:t>&lt;!DOCTYPE</a:t>
            </a:r>
            <a:r>
              <a:rPr sz="2050" spc="-5" dirty="0">
                <a:latin typeface="Comic Sans MS"/>
                <a:cs typeface="Comic Sans MS"/>
              </a:rPr>
              <a:t> </a:t>
            </a:r>
            <a:r>
              <a:rPr sz="2050" spc="-10" dirty="0">
                <a:latin typeface="Comic Sans MS"/>
                <a:cs typeface="Comic Sans MS"/>
              </a:rPr>
              <a:t>html&gt;</a:t>
            </a:r>
            <a:endParaRPr sz="2050" dirty="0">
              <a:latin typeface="Comic Sans MS"/>
              <a:cs typeface="Comic Sans MS"/>
            </a:endParaRPr>
          </a:p>
          <a:p>
            <a:pPr marL="90170">
              <a:lnSpc>
                <a:spcPct val="100000"/>
              </a:lnSpc>
              <a:spcBef>
                <a:spcPts val="395"/>
              </a:spcBef>
            </a:pPr>
            <a:r>
              <a:rPr sz="2050" spc="-10" dirty="0">
                <a:latin typeface="Comic Sans MS"/>
                <a:cs typeface="Comic Sans MS"/>
              </a:rPr>
              <a:t>&lt;html&gt;</a:t>
            </a:r>
            <a:endParaRPr sz="205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050" spc="-10" dirty="0">
                <a:latin typeface="Comic Sans MS"/>
                <a:cs typeface="Comic Sans MS"/>
              </a:rPr>
              <a:t>&lt;head&gt;</a:t>
            </a:r>
            <a:endParaRPr sz="205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384"/>
              </a:spcBef>
            </a:pPr>
            <a:r>
              <a:rPr sz="2050" dirty="0">
                <a:latin typeface="Comic Sans MS"/>
                <a:cs typeface="Comic Sans MS"/>
              </a:rPr>
              <a:t>&lt;meta</a:t>
            </a:r>
            <a:r>
              <a:rPr sz="2050" spc="-5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charset</a:t>
            </a:r>
            <a:r>
              <a:rPr sz="2050" spc="-5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=</a:t>
            </a:r>
            <a:r>
              <a:rPr sz="2050" spc="10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"utf-</a:t>
            </a:r>
            <a:r>
              <a:rPr sz="2050" spc="-25" dirty="0">
                <a:latin typeface="Comic Sans MS"/>
                <a:cs typeface="Comic Sans MS"/>
              </a:rPr>
              <a:t>8"&gt;</a:t>
            </a:r>
            <a:endParaRPr sz="205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395"/>
              </a:spcBef>
            </a:pPr>
            <a:r>
              <a:rPr sz="2050" dirty="0">
                <a:latin typeface="Comic Sans MS"/>
                <a:cs typeface="Comic Sans MS"/>
              </a:rPr>
              <a:t>&lt;title&gt;horizontal</a:t>
            </a:r>
            <a:r>
              <a:rPr sz="2050" spc="10" dirty="0">
                <a:latin typeface="Comic Sans MS"/>
                <a:cs typeface="Comic Sans MS"/>
              </a:rPr>
              <a:t> </a:t>
            </a:r>
            <a:r>
              <a:rPr sz="2050" spc="-10" dirty="0">
                <a:latin typeface="Comic Sans MS"/>
                <a:cs typeface="Comic Sans MS"/>
              </a:rPr>
              <a:t>rules&lt;/title&gt;</a:t>
            </a:r>
            <a:endParaRPr sz="205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050" spc="-10" dirty="0">
                <a:latin typeface="Comic Sans MS"/>
                <a:cs typeface="Comic Sans MS"/>
              </a:rPr>
              <a:t>&lt;/head&gt;</a:t>
            </a:r>
            <a:endParaRPr sz="205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050" dirty="0">
                <a:latin typeface="Comic Sans MS"/>
                <a:cs typeface="Comic Sans MS"/>
              </a:rPr>
              <a:t>&lt;body </a:t>
            </a:r>
            <a:r>
              <a:rPr sz="2050" spc="-10" dirty="0">
                <a:latin typeface="Comic Sans MS"/>
                <a:cs typeface="Comic Sans MS"/>
              </a:rPr>
              <a:t>bgcolor="pink"&gt;</a:t>
            </a:r>
            <a:endParaRPr sz="205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385"/>
              </a:spcBef>
            </a:pPr>
            <a:r>
              <a:rPr sz="2050" spc="-10" dirty="0">
                <a:latin typeface="Comic Sans MS"/>
                <a:cs typeface="Comic Sans MS"/>
              </a:rPr>
              <a:t>&lt;h1&gt;India&lt;/h1&gt;</a:t>
            </a:r>
            <a:endParaRPr sz="205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00"/>
              </a:spcBef>
            </a:pPr>
            <a:r>
              <a:rPr sz="2050" spc="-10" dirty="0">
                <a:solidFill>
                  <a:srgbClr val="FF0000"/>
                </a:solidFill>
                <a:latin typeface="Comic Sans MS"/>
                <a:cs typeface="Comic Sans MS"/>
              </a:rPr>
              <a:t>&lt;hr/&gt;</a:t>
            </a:r>
            <a:endParaRPr sz="205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395"/>
              </a:spcBef>
            </a:pPr>
            <a:r>
              <a:rPr sz="2050" dirty="0">
                <a:latin typeface="Comic Sans MS"/>
                <a:cs typeface="Comic Sans MS"/>
              </a:rPr>
              <a:t>&lt;font</a:t>
            </a:r>
            <a:r>
              <a:rPr sz="2050" spc="-25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face="arial"</a:t>
            </a:r>
            <a:r>
              <a:rPr sz="2050" spc="-20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color="red"</a:t>
            </a:r>
            <a:r>
              <a:rPr sz="2050" spc="-35" dirty="0">
                <a:latin typeface="Comic Sans MS"/>
                <a:cs typeface="Comic Sans MS"/>
              </a:rPr>
              <a:t> </a:t>
            </a:r>
            <a:r>
              <a:rPr sz="2050" spc="-10" dirty="0">
                <a:latin typeface="Comic Sans MS"/>
                <a:cs typeface="Comic Sans MS"/>
              </a:rPr>
              <a:t>size="5"&gt;</a:t>
            </a:r>
            <a:endParaRPr sz="205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384"/>
              </a:spcBef>
            </a:pPr>
            <a:r>
              <a:rPr sz="2050" dirty="0">
                <a:latin typeface="Comic Sans MS"/>
                <a:cs typeface="Comic Sans MS"/>
              </a:rPr>
              <a:t>India</a:t>
            </a:r>
            <a:r>
              <a:rPr sz="2050" spc="-10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is</a:t>
            </a:r>
            <a:r>
              <a:rPr sz="2050" spc="-15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a country</a:t>
            </a:r>
            <a:r>
              <a:rPr sz="2050" spc="10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that</a:t>
            </a:r>
            <a:r>
              <a:rPr sz="2050" spc="10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occupies</a:t>
            </a:r>
            <a:r>
              <a:rPr sz="2050" spc="15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the</a:t>
            </a:r>
            <a:r>
              <a:rPr sz="2050" spc="20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greater</a:t>
            </a:r>
            <a:r>
              <a:rPr sz="2050" spc="-5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part</a:t>
            </a:r>
            <a:r>
              <a:rPr sz="2050" spc="-5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of</a:t>
            </a:r>
            <a:r>
              <a:rPr sz="2050" spc="-5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South</a:t>
            </a:r>
            <a:r>
              <a:rPr sz="2050" spc="20" dirty="0">
                <a:latin typeface="Comic Sans MS"/>
                <a:cs typeface="Comic Sans MS"/>
              </a:rPr>
              <a:t> </a:t>
            </a:r>
            <a:r>
              <a:rPr sz="2050" spc="-10" dirty="0">
                <a:latin typeface="Comic Sans MS"/>
                <a:cs typeface="Comic Sans MS"/>
              </a:rPr>
              <a:t>Asia&lt;br&gt;</a:t>
            </a:r>
            <a:endParaRPr sz="205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395"/>
              </a:spcBef>
            </a:pPr>
            <a:r>
              <a:rPr sz="2050" dirty="0">
                <a:latin typeface="Comic Sans MS"/>
                <a:cs typeface="Comic Sans MS"/>
              </a:rPr>
              <a:t>&lt;font</a:t>
            </a:r>
            <a:r>
              <a:rPr sz="2050" spc="-40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face="timesnewroman"</a:t>
            </a:r>
            <a:r>
              <a:rPr sz="2050" spc="-20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color="green"</a:t>
            </a:r>
            <a:r>
              <a:rPr sz="2050" spc="-35" dirty="0">
                <a:latin typeface="Comic Sans MS"/>
                <a:cs typeface="Comic Sans MS"/>
              </a:rPr>
              <a:t> </a:t>
            </a:r>
            <a:r>
              <a:rPr sz="2050" spc="-10" dirty="0">
                <a:latin typeface="Comic Sans MS"/>
                <a:cs typeface="Comic Sans MS"/>
              </a:rPr>
              <a:t>size="6"&gt;</a:t>
            </a:r>
            <a:endParaRPr sz="205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395"/>
              </a:spcBef>
            </a:pPr>
            <a:r>
              <a:rPr sz="2050" dirty="0">
                <a:latin typeface="Comic Sans MS"/>
                <a:cs typeface="Comic Sans MS"/>
              </a:rPr>
              <a:t>India</a:t>
            </a:r>
            <a:r>
              <a:rPr sz="2050" spc="-10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is</a:t>
            </a:r>
            <a:r>
              <a:rPr sz="2050" spc="-25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a</a:t>
            </a:r>
            <a:r>
              <a:rPr sz="2050" spc="-5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country</a:t>
            </a:r>
            <a:r>
              <a:rPr sz="2050" spc="10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that</a:t>
            </a:r>
            <a:r>
              <a:rPr sz="2050" spc="-5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occupies</a:t>
            </a:r>
            <a:r>
              <a:rPr sz="2050" spc="10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the</a:t>
            </a:r>
            <a:r>
              <a:rPr sz="2050" spc="10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greater</a:t>
            </a:r>
            <a:r>
              <a:rPr sz="2050" spc="-5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part</a:t>
            </a:r>
            <a:r>
              <a:rPr sz="2050" spc="-10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of</a:t>
            </a:r>
            <a:r>
              <a:rPr sz="2050" spc="-10" dirty="0">
                <a:latin typeface="Comic Sans MS"/>
                <a:cs typeface="Comic Sans MS"/>
              </a:rPr>
              <a:t> </a:t>
            </a:r>
            <a:r>
              <a:rPr sz="2050" dirty="0">
                <a:latin typeface="Comic Sans MS"/>
                <a:cs typeface="Comic Sans MS"/>
              </a:rPr>
              <a:t>South</a:t>
            </a:r>
            <a:r>
              <a:rPr sz="2050" spc="15" dirty="0">
                <a:latin typeface="Comic Sans MS"/>
                <a:cs typeface="Comic Sans MS"/>
              </a:rPr>
              <a:t> </a:t>
            </a:r>
            <a:r>
              <a:rPr sz="2050" spc="-20" dirty="0">
                <a:latin typeface="Comic Sans MS"/>
                <a:cs typeface="Comic Sans MS"/>
              </a:rPr>
              <a:t>Asia</a:t>
            </a:r>
            <a:endParaRPr sz="205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050" spc="-10" dirty="0">
                <a:latin typeface="Comic Sans MS"/>
                <a:cs typeface="Comic Sans MS"/>
              </a:rPr>
              <a:t>&lt;/body&gt;</a:t>
            </a:r>
            <a:endParaRPr sz="205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050" spc="-10" dirty="0">
                <a:latin typeface="Comic Sans MS"/>
                <a:cs typeface="Comic Sans MS"/>
              </a:rPr>
              <a:t>&lt;/html&gt;</a:t>
            </a:r>
            <a:endParaRPr sz="205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051" y="592836"/>
            <a:ext cx="11410188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466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5175"/>
                </a:solidFill>
                <a:latin typeface="Comic Sans MS"/>
                <a:cs typeface="Comic Sans MS"/>
              </a:rPr>
              <a:t>Character</a:t>
            </a:r>
            <a:r>
              <a:rPr sz="4000" b="1" spc="-210" dirty="0">
                <a:solidFill>
                  <a:srgbClr val="005175"/>
                </a:solidFill>
                <a:latin typeface="Comic Sans MS"/>
                <a:cs typeface="Comic Sans MS"/>
              </a:rPr>
              <a:t> </a:t>
            </a:r>
            <a:r>
              <a:rPr sz="4000" b="1" spc="-10" dirty="0">
                <a:solidFill>
                  <a:srgbClr val="005175"/>
                </a:solidFill>
                <a:latin typeface="Comic Sans MS"/>
                <a:cs typeface="Comic Sans MS"/>
              </a:rPr>
              <a:t>References</a:t>
            </a:r>
            <a:endParaRPr sz="4000">
              <a:latin typeface="Comic Sans MS"/>
              <a:cs typeface="Comic Sans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1128" y="781356"/>
            <a:ext cx="10328448" cy="574330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3468" y="563067"/>
            <a:ext cx="9374505" cy="5397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omic Sans MS"/>
                <a:cs typeface="Comic Sans MS"/>
              </a:rPr>
              <a:t>&lt;!DOCTYPE</a:t>
            </a:r>
            <a:r>
              <a:rPr sz="2800" spc="-120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html&gt;</a:t>
            </a:r>
            <a:endParaRPr sz="280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345"/>
              </a:spcBef>
            </a:pPr>
            <a:r>
              <a:rPr sz="2800" spc="-10" dirty="0">
                <a:latin typeface="Comic Sans MS"/>
                <a:cs typeface="Comic Sans MS"/>
              </a:rPr>
              <a:t>&lt;html&gt;</a:t>
            </a:r>
            <a:endParaRPr sz="280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350"/>
              </a:spcBef>
            </a:pPr>
            <a:r>
              <a:rPr sz="2800" spc="-10" dirty="0">
                <a:latin typeface="Comic Sans MS"/>
                <a:cs typeface="Comic Sans MS"/>
              </a:rPr>
              <a:t>&lt;body&gt;</a:t>
            </a:r>
            <a:endParaRPr sz="280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345"/>
              </a:spcBef>
            </a:pPr>
            <a:r>
              <a:rPr sz="2800" dirty="0">
                <a:latin typeface="Comic Sans MS"/>
                <a:cs typeface="Comic Sans MS"/>
              </a:rPr>
              <a:t>&lt;h1&gt;HTML</a:t>
            </a:r>
            <a:r>
              <a:rPr sz="2800" spc="-10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Entity</a:t>
            </a:r>
            <a:r>
              <a:rPr sz="2800" spc="-75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Example&lt;/h1&gt;</a:t>
            </a:r>
            <a:endParaRPr sz="2800" dirty="0">
              <a:latin typeface="Comic Sans MS"/>
              <a:cs typeface="Comic Sans MS"/>
            </a:endParaRPr>
          </a:p>
          <a:p>
            <a:pPr marL="12700" marR="5080">
              <a:lnSpc>
                <a:spcPct val="140100"/>
              </a:lnSpc>
              <a:spcBef>
                <a:spcPts val="990"/>
              </a:spcBef>
            </a:pPr>
            <a:r>
              <a:rPr sz="2800" dirty="0">
                <a:latin typeface="Comic Sans MS"/>
                <a:cs typeface="Comic Sans MS"/>
              </a:rPr>
              <a:t>&lt;h2&gt;The</a:t>
            </a:r>
            <a:r>
              <a:rPr sz="2800" spc="-7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characters</a:t>
            </a:r>
            <a:r>
              <a:rPr sz="2800" spc="-4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are:</a:t>
            </a:r>
            <a:r>
              <a:rPr sz="2800" spc="-6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&amp;lt;</a:t>
            </a:r>
            <a:r>
              <a:rPr sz="2800" spc="-5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&amp;gt;</a:t>
            </a:r>
            <a:r>
              <a:rPr sz="2800" spc="-6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&amp;le;</a:t>
            </a:r>
            <a:r>
              <a:rPr sz="2800" spc="-7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&amp;frac12;</a:t>
            </a:r>
            <a:r>
              <a:rPr sz="2800" spc="-25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&amp;frac14; &amp;amp;&lt;/h2&gt;</a:t>
            </a:r>
            <a:endParaRPr sz="280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355"/>
              </a:spcBef>
            </a:pPr>
            <a:r>
              <a:rPr sz="2800" spc="-10" dirty="0">
                <a:latin typeface="Comic Sans MS"/>
                <a:cs typeface="Comic Sans MS"/>
              </a:rPr>
              <a:t>&lt;/body&gt;</a:t>
            </a:r>
            <a:endParaRPr sz="280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340"/>
              </a:spcBef>
            </a:pPr>
            <a:r>
              <a:rPr sz="2800" spc="-10" dirty="0">
                <a:latin typeface="Comic Sans MS"/>
                <a:cs typeface="Comic Sans MS"/>
              </a:rPr>
              <a:t>&lt;/html&gt;</a:t>
            </a:r>
            <a:endParaRPr sz="2800" dirty="0">
              <a:latin typeface="Comic Sans MS"/>
              <a:cs typeface="Comic Sans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6875" y="962548"/>
            <a:ext cx="4842736" cy="109566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967" y="6223"/>
            <a:ext cx="15322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latin typeface="Comic Sans MS"/>
                <a:cs typeface="Comic Sans MS"/>
              </a:rPr>
              <a:t>Image</a:t>
            </a:r>
            <a:endParaRPr sz="40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4967" y="1077848"/>
            <a:ext cx="11077575" cy="5513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775" indent="-101600">
              <a:lnSpc>
                <a:spcPct val="100000"/>
              </a:lnSpc>
              <a:spcBef>
                <a:spcPts val="95"/>
              </a:spcBef>
              <a:buClr>
                <a:srgbClr val="000000"/>
              </a:buClr>
              <a:buSzPct val="94736"/>
              <a:buChar char="•"/>
              <a:tabLst>
                <a:tab pos="104775" algn="l"/>
              </a:tabLst>
            </a:pPr>
            <a:r>
              <a:rPr sz="1900" dirty="0">
                <a:solidFill>
                  <a:srgbClr val="0000FF"/>
                </a:solidFill>
                <a:latin typeface="Comic Sans MS"/>
                <a:cs typeface="Comic Sans MS"/>
              </a:rPr>
              <a:t>Images</a:t>
            </a:r>
            <a:r>
              <a:rPr sz="1900" spc="-3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can</a:t>
            </a:r>
            <a:r>
              <a:rPr sz="1900" spc="-3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be</a:t>
            </a:r>
            <a:r>
              <a:rPr sz="1900" spc="-4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included</a:t>
            </a:r>
            <a:r>
              <a:rPr sz="1900" spc="-3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using</a:t>
            </a:r>
            <a:r>
              <a:rPr sz="1900" spc="-10" dirty="0"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0000FF"/>
                </a:solidFill>
                <a:latin typeface="Comic Sans MS"/>
                <a:cs typeface="Comic Sans MS"/>
              </a:rPr>
              <a:t>img</a:t>
            </a:r>
            <a:r>
              <a:rPr sz="1900" spc="-3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latin typeface="Comic Sans MS"/>
                <a:cs typeface="Comic Sans MS"/>
              </a:rPr>
              <a:t>element</a:t>
            </a:r>
            <a:endParaRPr sz="1900">
              <a:latin typeface="Comic Sans MS"/>
              <a:cs typeface="Comic Sans MS"/>
            </a:endParaRPr>
          </a:p>
          <a:p>
            <a:pPr marL="104775" indent="-101600">
              <a:lnSpc>
                <a:spcPct val="100000"/>
              </a:lnSpc>
              <a:spcBef>
                <a:spcPts val="2270"/>
              </a:spcBef>
              <a:buClr>
                <a:srgbClr val="000000"/>
              </a:buClr>
              <a:buSzPct val="94736"/>
              <a:buChar char="•"/>
              <a:tabLst>
                <a:tab pos="104775" algn="l"/>
              </a:tabLst>
            </a:pPr>
            <a:r>
              <a:rPr sz="1900" spc="-10" dirty="0">
                <a:solidFill>
                  <a:srgbClr val="0000FF"/>
                </a:solidFill>
                <a:latin typeface="Comic Sans MS"/>
                <a:cs typeface="Comic Sans MS"/>
              </a:rPr>
              <a:t>Attributes:</a:t>
            </a:r>
            <a:endParaRPr sz="190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1995"/>
              </a:spcBef>
            </a:pPr>
            <a:r>
              <a:rPr sz="1500" b="1" spc="-10" dirty="0">
                <a:latin typeface="Comic Sans MS"/>
                <a:cs typeface="Comic Sans MS"/>
              </a:rPr>
              <a:t>src:</a:t>
            </a:r>
            <a:r>
              <a:rPr sz="1500" b="1" spc="-20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The</a:t>
            </a:r>
            <a:r>
              <a:rPr sz="1500" spc="-6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image</a:t>
            </a:r>
            <a:r>
              <a:rPr sz="1500" spc="-3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file’s</a:t>
            </a:r>
            <a:r>
              <a:rPr sz="1500" spc="-3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location</a:t>
            </a:r>
            <a:r>
              <a:rPr sz="1500" spc="-2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is</a:t>
            </a:r>
            <a:r>
              <a:rPr sz="1500" spc="-3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specified</a:t>
            </a:r>
            <a:r>
              <a:rPr sz="1500" spc="-2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with</a:t>
            </a:r>
            <a:r>
              <a:rPr sz="1500" spc="-2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the</a:t>
            </a:r>
            <a:r>
              <a:rPr sz="1500" spc="-4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src</a:t>
            </a:r>
            <a:r>
              <a:rPr sz="1500" spc="-25" dirty="0">
                <a:latin typeface="Comic Sans MS"/>
                <a:cs typeface="Comic Sans MS"/>
              </a:rPr>
              <a:t> </a:t>
            </a:r>
            <a:r>
              <a:rPr sz="1500" spc="-10" dirty="0">
                <a:latin typeface="Comic Sans MS"/>
                <a:cs typeface="Comic Sans MS"/>
              </a:rPr>
              <a:t>(source)</a:t>
            </a:r>
            <a:endParaRPr sz="1500">
              <a:latin typeface="Comic Sans MS"/>
              <a:cs typeface="Comic Sans MS"/>
            </a:endParaRPr>
          </a:p>
          <a:p>
            <a:pPr marL="1021080">
              <a:lnSpc>
                <a:spcPct val="100000"/>
              </a:lnSpc>
              <a:spcBef>
                <a:spcPts val="1875"/>
              </a:spcBef>
            </a:pPr>
            <a:r>
              <a:rPr sz="1500" dirty="0">
                <a:latin typeface="Comic Sans MS"/>
                <a:cs typeface="Comic Sans MS"/>
              </a:rPr>
              <a:t>attribute(relative</a:t>
            </a:r>
            <a:r>
              <a:rPr sz="1500" spc="-85" dirty="0">
                <a:latin typeface="Comic Sans MS"/>
                <a:cs typeface="Comic Sans MS"/>
              </a:rPr>
              <a:t> </a:t>
            </a:r>
            <a:r>
              <a:rPr sz="1500" spc="-10" dirty="0">
                <a:latin typeface="Comic Sans MS"/>
                <a:cs typeface="Comic Sans MS"/>
              </a:rPr>
              <a:t>path)</a:t>
            </a:r>
            <a:endParaRPr sz="150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1885"/>
              </a:spcBef>
            </a:pPr>
            <a:r>
              <a:rPr sz="1500" b="1" dirty="0">
                <a:latin typeface="Comic Sans MS"/>
                <a:cs typeface="Comic Sans MS"/>
              </a:rPr>
              <a:t>alt:</a:t>
            </a:r>
            <a:r>
              <a:rPr sz="1500" b="1" spc="-5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text</a:t>
            </a:r>
            <a:r>
              <a:rPr sz="1500" spc="-3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description</a:t>
            </a:r>
            <a:r>
              <a:rPr sz="1500" spc="-2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of</a:t>
            </a:r>
            <a:r>
              <a:rPr sz="1500" spc="-5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image.</a:t>
            </a:r>
            <a:r>
              <a:rPr sz="1500" spc="-3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If</a:t>
            </a:r>
            <a:r>
              <a:rPr sz="1500" spc="-4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a</a:t>
            </a:r>
            <a:r>
              <a:rPr sz="1500" spc="-4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browser</a:t>
            </a:r>
            <a:r>
              <a:rPr sz="1500" spc="-4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cannot</a:t>
            </a:r>
            <a:r>
              <a:rPr sz="1500" spc="-3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render</a:t>
            </a:r>
            <a:r>
              <a:rPr sz="1500" spc="-10" dirty="0">
                <a:latin typeface="Comic Sans MS"/>
                <a:cs typeface="Comic Sans MS"/>
              </a:rPr>
              <a:t> </a:t>
            </a:r>
            <a:r>
              <a:rPr sz="1500" spc="-25" dirty="0">
                <a:latin typeface="Comic Sans MS"/>
                <a:cs typeface="Comic Sans MS"/>
              </a:rPr>
              <a:t>an</a:t>
            </a:r>
            <a:endParaRPr sz="1500">
              <a:latin typeface="Comic Sans MS"/>
              <a:cs typeface="Comic Sans MS"/>
            </a:endParaRPr>
          </a:p>
          <a:p>
            <a:pPr marL="1021080">
              <a:lnSpc>
                <a:spcPct val="100000"/>
              </a:lnSpc>
              <a:spcBef>
                <a:spcPts val="1880"/>
              </a:spcBef>
            </a:pPr>
            <a:r>
              <a:rPr sz="1500" dirty="0">
                <a:latin typeface="Comic Sans MS"/>
                <a:cs typeface="Comic Sans MS"/>
              </a:rPr>
              <a:t>image,</a:t>
            </a:r>
            <a:r>
              <a:rPr sz="1500" spc="-2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the</a:t>
            </a:r>
            <a:r>
              <a:rPr sz="1500" spc="-4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browser</a:t>
            </a:r>
            <a:r>
              <a:rPr sz="1500" spc="-3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displays</a:t>
            </a:r>
            <a:r>
              <a:rPr sz="1500" spc="-6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the</a:t>
            </a:r>
            <a:r>
              <a:rPr sz="1500" spc="-3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alt</a:t>
            </a:r>
            <a:r>
              <a:rPr sz="1500" spc="-3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attribute’s</a:t>
            </a:r>
            <a:r>
              <a:rPr sz="1500" spc="-30" dirty="0">
                <a:latin typeface="Comic Sans MS"/>
                <a:cs typeface="Comic Sans MS"/>
              </a:rPr>
              <a:t> </a:t>
            </a:r>
            <a:r>
              <a:rPr sz="1500" spc="-10" dirty="0">
                <a:latin typeface="Comic Sans MS"/>
                <a:cs typeface="Comic Sans MS"/>
              </a:rPr>
              <a:t>value.</a:t>
            </a:r>
            <a:endParaRPr sz="150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1875"/>
              </a:spcBef>
            </a:pPr>
            <a:r>
              <a:rPr sz="1500" b="1" dirty="0">
                <a:latin typeface="Comic Sans MS"/>
                <a:cs typeface="Comic Sans MS"/>
              </a:rPr>
              <a:t>height</a:t>
            </a:r>
            <a:r>
              <a:rPr sz="1500" b="1" spc="-45" dirty="0">
                <a:latin typeface="Comic Sans MS"/>
                <a:cs typeface="Comic Sans MS"/>
              </a:rPr>
              <a:t> </a:t>
            </a:r>
            <a:r>
              <a:rPr sz="1500" b="1" dirty="0">
                <a:latin typeface="Comic Sans MS"/>
                <a:cs typeface="Comic Sans MS"/>
              </a:rPr>
              <a:t>/</a:t>
            </a:r>
            <a:r>
              <a:rPr sz="1500" b="1" spc="-50" dirty="0">
                <a:latin typeface="Comic Sans MS"/>
                <a:cs typeface="Comic Sans MS"/>
              </a:rPr>
              <a:t> </a:t>
            </a:r>
            <a:r>
              <a:rPr sz="1500" b="1" dirty="0">
                <a:latin typeface="Comic Sans MS"/>
                <a:cs typeface="Comic Sans MS"/>
              </a:rPr>
              <a:t>width</a:t>
            </a:r>
            <a:r>
              <a:rPr sz="1500" dirty="0">
                <a:latin typeface="Comic Sans MS"/>
                <a:cs typeface="Comic Sans MS"/>
              </a:rPr>
              <a:t>:</a:t>
            </a:r>
            <a:r>
              <a:rPr sz="1500" spc="-3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Dimensions</a:t>
            </a:r>
            <a:r>
              <a:rPr sz="1500" spc="-1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of</a:t>
            </a:r>
            <a:r>
              <a:rPr sz="1500" spc="-3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area</a:t>
            </a:r>
            <a:r>
              <a:rPr sz="1500" spc="-3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that</a:t>
            </a:r>
            <a:r>
              <a:rPr sz="1500" spc="-3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image</a:t>
            </a:r>
            <a:r>
              <a:rPr sz="1500" spc="-2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will</a:t>
            </a:r>
            <a:r>
              <a:rPr sz="1500" spc="-3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occupy</a:t>
            </a:r>
            <a:r>
              <a:rPr sz="1500" spc="-4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(it</a:t>
            </a:r>
            <a:r>
              <a:rPr sz="1500" spc="-3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is</a:t>
            </a:r>
            <a:r>
              <a:rPr sz="1500" spc="-2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measured</a:t>
            </a:r>
            <a:r>
              <a:rPr sz="1500" spc="-4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in</a:t>
            </a:r>
            <a:r>
              <a:rPr sz="1500" spc="-2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pixels(picture</a:t>
            </a:r>
            <a:r>
              <a:rPr sz="1500" spc="-10" dirty="0">
                <a:latin typeface="Comic Sans MS"/>
                <a:cs typeface="Comic Sans MS"/>
              </a:rPr>
              <a:t> elements)</a:t>
            </a:r>
            <a:endParaRPr sz="1500">
              <a:latin typeface="Comic Sans MS"/>
              <a:cs typeface="Comic Sans MS"/>
            </a:endParaRPr>
          </a:p>
          <a:p>
            <a:pPr marL="88900">
              <a:lnSpc>
                <a:spcPct val="100000"/>
              </a:lnSpc>
              <a:spcBef>
                <a:spcPts val="1975"/>
              </a:spcBef>
            </a:pPr>
            <a:r>
              <a:rPr sz="1700" dirty="0">
                <a:solidFill>
                  <a:srgbClr val="0000FF"/>
                </a:solidFill>
                <a:latin typeface="Comic Sans MS"/>
                <a:cs typeface="Comic Sans MS"/>
              </a:rPr>
              <a:t>Void</a:t>
            </a:r>
            <a:r>
              <a:rPr sz="1700" spc="-3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700" spc="-10" dirty="0">
                <a:solidFill>
                  <a:srgbClr val="0000FF"/>
                </a:solidFill>
                <a:latin typeface="Comic Sans MS"/>
                <a:cs typeface="Comic Sans MS"/>
              </a:rPr>
              <a:t>Elements:</a:t>
            </a:r>
            <a:endParaRPr sz="1700">
              <a:latin typeface="Comic Sans MS"/>
              <a:cs typeface="Comic Sans MS"/>
            </a:endParaRPr>
          </a:p>
          <a:p>
            <a:pPr marL="622300" marR="5080" lvl="1" indent="-455930">
              <a:lnSpc>
                <a:spcPct val="160100"/>
              </a:lnSpc>
              <a:spcBef>
                <a:spcPts val="800"/>
              </a:spcBef>
              <a:buChar char="●"/>
              <a:tabLst>
                <a:tab pos="622300" algn="l"/>
              </a:tabLst>
            </a:pPr>
            <a:r>
              <a:rPr sz="1700" dirty="0">
                <a:latin typeface="Comic Sans MS"/>
                <a:cs typeface="Comic Sans MS"/>
              </a:rPr>
              <a:t>Some</a:t>
            </a:r>
            <a:r>
              <a:rPr sz="1700" spc="-1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HTML5</a:t>
            </a:r>
            <a:r>
              <a:rPr sz="1700" spc="-3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elements</a:t>
            </a:r>
            <a:r>
              <a:rPr sz="1700" spc="-2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(called</a:t>
            </a:r>
            <a:r>
              <a:rPr sz="1700" spc="-2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void</a:t>
            </a:r>
            <a:r>
              <a:rPr sz="1700" spc="-2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elements)</a:t>
            </a:r>
            <a:r>
              <a:rPr sz="1700" spc="-2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contain</a:t>
            </a:r>
            <a:r>
              <a:rPr sz="1700" spc="-2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only</a:t>
            </a:r>
            <a:r>
              <a:rPr sz="1700" spc="-1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attributes</a:t>
            </a:r>
            <a:r>
              <a:rPr sz="1700" spc="-3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and</a:t>
            </a:r>
            <a:r>
              <a:rPr sz="1700" spc="-1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do</a:t>
            </a:r>
            <a:r>
              <a:rPr sz="1700" spc="-1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not</a:t>
            </a:r>
            <a:r>
              <a:rPr sz="1700" spc="-1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mark</a:t>
            </a:r>
            <a:r>
              <a:rPr sz="1700" spc="-2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up</a:t>
            </a:r>
            <a:r>
              <a:rPr sz="1700" spc="-1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text</a:t>
            </a:r>
            <a:r>
              <a:rPr sz="1700" spc="-3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(i.e.,</a:t>
            </a:r>
            <a:r>
              <a:rPr sz="1700" spc="-5" dirty="0">
                <a:latin typeface="Comic Sans MS"/>
                <a:cs typeface="Comic Sans MS"/>
              </a:rPr>
              <a:t> </a:t>
            </a:r>
            <a:r>
              <a:rPr sz="1700" spc="-20" dirty="0">
                <a:latin typeface="Comic Sans MS"/>
                <a:cs typeface="Comic Sans MS"/>
              </a:rPr>
              <a:t>text </a:t>
            </a:r>
            <a:r>
              <a:rPr sz="1700" dirty="0">
                <a:latin typeface="Comic Sans MS"/>
                <a:cs typeface="Comic Sans MS"/>
              </a:rPr>
              <a:t>is</a:t>
            </a:r>
            <a:r>
              <a:rPr sz="1700" spc="-2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not</a:t>
            </a:r>
            <a:r>
              <a:rPr sz="1700" spc="-2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placed</a:t>
            </a:r>
            <a:r>
              <a:rPr sz="1700" spc="-2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between</a:t>
            </a:r>
            <a:r>
              <a:rPr sz="1700" spc="-2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a</a:t>
            </a:r>
            <a:r>
              <a:rPr sz="1700" spc="-1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start</a:t>
            </a:r>
            <a:r>
              <a:rPr sz="1700" spc="-4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and</a:t>
            </a:r>
            <a:r>
              <a:rPr sz="1700" spc="-2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an</a:t>
            </a:r>
            <a:r>
              <a:rPr sz="1700" spc="-3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end</a:t>
            </a:r>
            <a:r>
              <a:rPr sz="1700" spc="-15" dirty="0">
                <a:latin typeface="Comic Sans MS"/>
                <a:cs typeface="Comic Sans MS"/>
              </a:rPr>
              <a:t> </a:t>
            </a:r>
            <a:r>
              <a:rPr sz="1700" spc="-10" dirty="0">
                <a:latin typeface="Comic Sans MS"/>
                <a:cs typeface="Comic Sans MS"/>
              </a:rPr>
              <a:t>tag).</a:t>
            </a:r>
            <a:endParaRPr sz="1700">
              <a:latin typeface="Comic Sans MS"/>
              <a:cs typeface="Comic Sans MS"/>
            </a:endParaRPr>
          </a:p>
          <a:p>
            <a:pPr marL="622300" marR="431165" lvl="1" indent="-455930">
              <a:lnSpc>
                <a:spcPct val="160000"/>
              </a:lnSpc>
              <a:buChar char="●"/>
              <a:tabLst>
                <a:tab pos="622300" algn="l"/>
              </a:tabLst>
            </a:pPr>
            <a:r>
              <a:rPr sz="1700" dirty="0">
                <a:latin typeface="Comic Sans MS"/>
                <a:cs typeface="Comic Sans MS"/>
              </a:rPr>
              <a:t>you</a:t>
            </a:r>
            <a:r>
              <a:rPr sz="1700" spc="-1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can</a:t>
            </a:r>
            <a:r>
              <a:rPr sz="1700" spc="-2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terminate</a:t>
            </a:r>
            <a:r>
              <a:rPr sz="1700" spc="-2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void</a:t>
            </a:r>
            <a:r>
              <a:rPr sz="1700" spc="-3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elements</a:t>
            </a:r>
            <a:r>
              <a:rPr sz="1700" spc="-2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(such</a:t>
            </a:r>
            <a:r>
              <a:rPr sz="1700" spc="-1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as</a:t>
            </a:r>
            <a:r>
              <a:rPr sz="1700" spc="-2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the</a:t>
            </a:r>
            <a:r>
              <a:rPr sz="1700" spc="-1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img</a:t>
            </a:r>
            <a:r>
              <a:rPr sz="1700" spc="-3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element)</a:t>
            </a:r>
            <a:r>
              <a:rPr sz="1700" spc="-2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by</a:t>
            </a:r>
            <a:r>
              <a:rPr sz="1700" spc="-1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using</a:t>
            </a:r>
            <a:r>
              <a:rPr sz="1700" spc="-3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the</a:t>
            </a:r>
            <a:r>
              <a:rPr sz="1700" spc="-1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forward</a:t>
            </a:r>
            <a:r>
              <a:rPr sz="1700" spc="-3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slash</a:t>
            </a:r>
            <a:r>
              <a:rPr sz="1700" spc="-2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character</a:t>
            </a:r>
            <a:r>
              <a:rPr sz="1700" spc="-20" dirty="0">
                <a:latin typeface="Comic Sans MS"/>
                <a:cs typeface="Comic Sans MS"/>
              </a:rPr>
              <a:t> </a:t>
            </a:r>
            <a:r>
              <a:rPr sz="1700" spc="-25" dirty="0">
                <a:latin typeface="Comic Sans MS"/>
                <a:cs typeface="Comic Sans MS"/>
              </a:rPr>
              <a:t>(/) </a:t>
            </a:r>
            <a:r>
              <a:rPr sz="1700" dirty="0">
                <a:latin typeface="Comic Sans MS"/>
                <a:cs typeface="Comic Sans MS"/>
              </a:rPr>
              <a:t>inside</a:t>
            </a:r>
            <a:r>
              <a:rPr sz="1700" spc="-2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the</a:t>
            </a:r>
            <a:r>
              <a:rPr sz="1700" spc="-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closing</a:t>
            </a:r>
            <a:r>
              <a:rPr sz="1700" spc="-3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right</a:t>
            </a:r>
            <a:r>
              <a:rPr sz="1700" spc="-2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angle</a:t>
            </a:r>
            <a:r>
              <a:rPr sz="1700" spc="-1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bracket</a:t>
            </a:r>
            <a:r>
              <a:rPr sz="1700" spc="-25" dirty="0">
                <a:latin typeface="Comic Sans MS"/>
                <a:cs typeface="Comic Sans MS"/>
              </a:rPr>
              <a:t> </a:t>
            </a:r>
            <a:r>
              <a:rPr sz="1700" spc="-20" dirty="0">
                <a:latin typeface="Comic Sans MS"/>
                <a:cs typeface="Comic Sans MS"/>
              </a:rPr>
              <a:t>(&gt;)</a:t>
            </a:r>
            <a:r>
              <a:rPr sz="1300" spc="-20" dirty="0">
                <a:latin typeface="Comic Sans MS"/>
                <a:cs typeface="Comic Sans MS"/>
              </a:rPr>
              <a:t>.</a:t>
            </a:r>
            <a:endParaRPr sz="1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4967" y="221733"/>
            <a:ext cx="11624945" cy="6399530"/>
          </a:xfrm>
          <a:prstGeom prst="rect">
            <a:avLst/>
          </a:prstGeom>
        </p:spPr>
        <p:txBody>
          <a:bodyPr vert="horz" wrap="square" lIns="0" tIns="218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sz="2450" dirty="0">
                <a:latin typeface="Comic Sans MS"/>
                <a:cs typeface="Comic Sans MS"/>
              </a:rPr>
              <a:t>&lt;!DOCTYPE</a:t>
            </a:r>
            <a:r>
              <a:rPr sz="2450" spc="75" dirty="0">
                <a:latin typeface="Comic Sans MS"/>
                <a:cs typeface="Comic Sans MS"/>
              </a:rPr>
              <a:t> </a:t>
            </a:r>
            <a:r>
              <a:rPr sz="2450" spc="-10" dirty="0">
                <a:latin typeface="Comic Sans MS"/>
                <a:cs typeface="Comic Sans MS"/>
              </a:rPr>
              <a:t>html&gt;</a:t>
            </a:r>
            <a:endParaRPr sz="245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sz="2450" spc="-10" dirty="0">
                <a:latin typeface="Comic Sans MS"/>
                <a:cs typeface="Comic Sans MS"/>
              </a:rPr>
              <a:t>&lt;html&gt;</a:t>
            </a:r>
            <a:endParaRPr sz="245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2450" spc="-10" dirty="0">
                <a:latin typeface="Comic Sans MS"/>
                <a:cs typeface="Comic Sans MS"/>
              </a:rPr>
              <a:t>&lt;head&gt;</a:t>
            </a:r>
            <a:endParaRPr sz="245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1620"/>
              </a:spcBef>
            </a:pPr>
            <a:r>
              <a:rPr sz="2450" dirty="0">
                <a:latin typeface="Comic Sans MS"/>
                <a:cs typeface="Comic Sans MS"/>
              </a:rPr>
              <a:t>&lt;meta</a:t>
            </a:r>
            <a:r>
              <a:rPr sz="2450" spc="20" dirty="0">
                <a:latin typeface="Comic Sans MS"/>
                <a:cs typeface="Comic Sans MS"/>
              </a:rPr>
              <a:t> </a:t>
            </a:r>
            <a:r>
              <a:rPr sz="2450" dirty="0">
                <a:latin typeface="Comic Sans MS"/>
                <a:cs typeface="Comic Sans MS"/>
              </a:rPr>
              <a:t>charset</a:t>
            </a:r>
            <a:r>
              <a:rPr sz="2450" spc="30" dirty="0">
                <a:latin typeface="Comic Sans MS"/>
                <a:cs typeface="Comic Sans MS"/>
              </a:rPr>
              <a:t> </a:t>
            </a:r>
            <a:r>
              <a:rPr sz="2450" dirty="0">
                <a:latin typeface="Comic Sans MS"/>
                <a:cs typeface="Comic Sans MS"/>
              </a:rPr>
              <a:t>=</a:t>
            </a:r>
            <a:r>
              <a:rPr sz="2450" spc="45" dirty="0">
                <a:latin typeface="Comic Sans MS"/>
                <a:cs typeface="Comic Sans MS"/>
              </a:rPr>
              <a:t> </a:t>
            </a:r>
            <a:r>
              <a:rPr sz="2450" dirty="0">
                <a:latin typeface="Comic Sans MS"/>
                <a:cs typeface="Comic Sans MS"/>
              </a:rPr>
              <a:t>"utf-</a:t>
            </a:r>
            <a:r>
              <a:rPr sz="2450" spc="-25" dirty="0">
                <a:latin typeface="Comic Sans MS"/>
                <a:cs typeface="Comic Sans MS"/>
              </a:rPr>
              <a:t>8"&gt;</a:t>
            </a:r>
            <a:endParaRPr sz="245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1620"/>
              </a:spcBef>
            </a:pPr>
            <a:r>
              <a:rPr sz="2450" spc="-10" dirty="0">
                <a:latin typeface="Comic Sans MS"/>
                <a:cs typeface="Comic Sans MS"/>
              </a:rPr>
              <a:t>&lt;title&gt;Image&lt;/title&gt;</a:t>
            </a:r>
            <a:endParaRPr sz="245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2450" spc="-10" dirty="0">
                <a:latin typeface="Comic Sans MS"/>
                <a:cs typeface="Comic Sans MS"/>
              </a:rPr>
              <a:t>&lt;/head&gt;</a:t>
            </a:r>
            <a:endParaRPr sz="245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sz="2450" spc="-10" dirty="0">
                <a:latin typeface="Comic Sans MS"/>
                <a:cs typeface="Comic Sans MS"/>
              </a:rPr>
              <a:t>&lt;body&gt;</a:t>
            </a:r>
            <a:endParaRPr sz="245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1620"/>
              </a:spcBef>
            </a:pPr>
            <a:r>
              <a:rPr sz="2450" b="1" dirty="0">
                <a:solidFill>
                  <a:srgbClr val="0000FF"/>
                </a:solidFill>
                <a:latin typeface="Comic Sans MS"/>
                <a:cs typeface="Comic Sans MS"/>
              </a:rPr>
              <a:t>&lt;img</a:t>
            </a:r>
            <a:r>
              <a:rPr sz="2450" b="1" spc="-2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450" b="1" dirty="0">
                <a:solidFill>
                  <a:srgbClr val="0000FF"/>
                </a:solidFill>
                <a:latin typeface="Comic Sans MS"/>
                <a:cs typeface="Comic Sans MS"/>
              </a:rPr>
              <a:t>src</a:t>
            </a:r>
            <a:r>
              <a:rPr sz="2450" b="1" spc="-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450" b="1" dirty="0">
                <a:solidFill>
                  <a:srgbClr val="0000FF"/>
                </a:solidFill>
                <a:latin typeface="Comic Sans MS"/>
                <a:cs typeface="Comic Sans MS"/>
              </a:rPr>
              <a:t>=</a:t>
            </a:r>
            <a:r>
              <a:rPr sz="2450" b="1" spc="1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450" b="1" dirty="0">
                <a:solidFill>
                  <a:srgbClr val="0000FF"/>
                </a:solidFill>
                <a:latin typeface="Comic Sans MS"/>
                <a:cs typeface="Comic Sans MS"/>
              </a:rPr>
              <a:t>"rose.jpg"</a:t>
            </a:r>
            <a:r>
              <a:rPr sz="2450" b="1" spc="1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450" b="1" dirty="0">
                <a:solidFill>
                  <a:srgbClr val="0000FF"/>
                </a:solidFill>
                <a:latin typeface="Comic Sans MS"/>
                <a:cs typeface="Comic Sans MS"/>
              </a:rPr>
              <a:t>width</a:t>
            </a:r>
            <a:r>
              <a:rPr sz="2450" b="1" spc="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450" b="1" dirty="0">
                <a:solidFill>
                  <a:srgbClr val="0000FF"/>
                </a:solidFill>
                <a:latin typeface="Comic Sans MS"/>
                <a:cs typeface="Comic Sans MS"/>
              </a:rPr>
              <a:t>=</a:t>
            </a:r>
            <a:r>
              <a:rPr sz="2450" b="1" spc="1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450" b="1" dirty="0">
                <a:solidFill>
                  <a:srgbClr val="0000FF"/>
                </a:solidFill>
                <a:latin typeface="Comic Sans MS"/>
                <a:cs typeface="Comic Sans MS"/>
              </a:rPr>
              <a:t>"300"</a:t>
            </a:r>
            <a:r>
              <a:rPr sz="2450" b="1" spc="-2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450" b="1" dirty="0">
                <a:solidFill>
                  <a:srgbClr val="0000FF"/>
                </a:solidFill>
                <a:latin typeface="Comic Sans MS"/>
                <a:cs typeface="Comic Sans MS"/>
              </a:rPr>
              <a:t>height</a:t>
            </a:r>
            <a:r>
              <a:rPr sz="2450" b="1" spc="-1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450" b="1" dirty="0">
                <a:solidFill>
                  <a:srgbClr val="0000FF"/>
                </a:solidFill>
                <a:latin typeface="Comic Sans MS"/>
                <a:cs typeface="Comic Sans MS"/>
              </a:rPr>
              <a:t>=</a:t>
            </a:r>
            <a:r>
              <a:rPr sz="2450" b="1" spc="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450" b="1" dirty="0">
                <a:solidFill>
                  <a:srgbClr val="0000FF"/>
                </a:solidFill>
                <a:latin typeface="Comic Sans MS"/>
                <a:cs typeface="Comic Sans MS"/>
              </a:rPr>
              <a:t>"300"</a:t>
            </a:r>
            <a:r>
              <a:rPr sz="2450" b="1" spc="-3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450" b="1" dirty="0">
                <a:solidFill>
                  <a:srgbClr val="0000FF"/>
                </a:solidFill>
                <a:latin typeface="Comic Sans MS"/>
                <a:cs typeface="Comic Sans MS"/>
              </a:rPr>
              <a:t>alt</a:t>
            </a:r>
            <a:r>
              <a:rPr sz="2450" b="1" spc="2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450" b="1" dirty="0">
                <a:solidFill>
                  <a:srgbClr val="0000FF"/>
                </a:solidFill>
                <a:latin typeface="Comic Sans MS"/>
                <a:cs typeface="Comic Sans MS"/>
              </a:rPr>
              <a:t>=</a:t>
            </a:r>
            <a:r>
              <a:rPr sz="2450" b="1" spc="2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450" b="1" spc="-10" dirty="0">
                <a:solidFill>
                  <a:srgbClr val="0000FF"/>
                </a:solidFill>
                <a:latin typeface="Comic Sans MS"/>
                <a:cs typeface="Comic Sans MS"/>
              </a:rPr>
              <a:t>"rose"/&gt;</a:t>
            </a:r>
            <a:endParaRPr sz="2450" dirty="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1620"/>
              </a:spcBef>
            </a:pPr>
            <a:r>
              <a:rPr sz="2450" b="1" dirty="0">
                <a:solidFill>
                  <a:srgbClr val="0000FF"/>
                </a:solidFill>
                <a:latin typeface="Comic Sans MS"/>
                <a:cs typeface="Comic Sans MS"/>
              </a:rPr>
              <a:t>&lt;img</a:t>
            </a:r>
            <a:r>
              <a:rPr sz="2450" b="1" spc="-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450" b="1" dirty="0">
                <a:solidFill>
                  <a:srgbClr val="0000FF"/>
                </a:solidFill>
                <a:latin typeface="Comic Sans MS"/>
                <a:cs typeface="Comic Sans MS"/>
              </a:rPr>
              <a:t>src</a:t>
            </a:r>
            <a:r>
              <a:rPr sz="2450" b="1" spc="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450" b="1" dirty="0">
                <a:solidFill>
                  <a:srgbClr val="0000FF"/>
                </a:solidFill>
                <a:latin typeface="Comic Sans MS"/>
                <a:cs typeface="Comic Sans MS"/>
              </a:rPr>
              <a:t>=</a:t>
            </a:r>
            <a:r>
              <a:rPr sz="2450" b="1" spc="2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450" b="1" dirty="0">
                <a:solidFill>
                  <a:srgbClr val="0000FF"/>
                </a:solidFill>
                <a:latin typeface="Comic Sans MS"/>
                <a:cs typeface="Comic Sans MS"/>
              </a:rPr>
              <a:t>"ros.jpg"</a:t>
            </a:r>
            <a:r>
              <a:rPr sz="2450" b="1" spc="3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450" b="1" dirty="0">
                <a:solidFill>
                  <a:srgbClr val="0000FF"/>
                </a:solidFill>
                <a:latin typeface="Comic Sans MS"/>
                <a:cs typeface="Comic Sans MS"/>
              </a:rPr>
              <a:t>width</a:t>
            </a:r>
            <a:r>
              <a:rPr sz="2450" b="1" spc="1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450" b="1" dirty="0">
                <a:solidFill>
                  <a:srgbClr val="0000FF"/>
                </a:solidFill>
                <a:latin typeface="Comic Sans MS"/>
                <a:cs typeface="Comic Sans MS"/>
              </a:rPr>
              <a:t>=</a:t>
            </a:r>
            <a:r>
              <a:rPr sz="2450" b="1" spc="1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450" b="1" dirty="0">
                <a:solidFill>
                  <a:srgbClr val="0000FF"/>
                </a:solidFill>
                <a:latin typeface="Comic Sans MS"/>
                <a:cs typeface="Comic Sans MS"/>
              </a:rPr>
              <a:t>"300"</a:t>
            </a:r>
            <a:r>
              <a:rPr sz="2450" b="1" spc="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450" b="1" dirty="0">
                <a:solidFill>
                  <a:srgbClr val="0000FF"/>
                </a:solidFill>
                <a:latin typeface="Comic Sans MS"/>
                <a:cs typeface="Comic Sans MS"/>
              </a:rPr>
              <a:t>height</a:t>
            </a:r>
            <a:r>
              <a:rPr sz="2450" b="1" spc="-2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450" b="1" dirty="0">
                <a:solidFill>
                  <a:srgbClr val="0000FF"/>
                </a:solidFill>
                <a:latin typeface="Comic Sans MS"/>
                <a:cs typeface="Comic Sans MS"/>
              </a:rPr>
              <a:t>=</a:t>
            </a:r>
            <a:r>
              <a:rPr sz="2450" b="1" spc="2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450" b="1" dirty="0">
                <a:solidFill>
                  <a:srgbClr val="0000FF"/>
                </a:solidFill>
                <a:latin typeface="Comic Sans MS"/>
                <a:cs typeface="Comic Sans MS"/>
              </a:rPr>
              <a:t>"300"</a:t>
            </a:r>
            <a:r>
              <a:rPr sz="2450" b="1" spc="-1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450" b="1" dirty="0">
                <a:solidFill>
                  <a:srgbClr val="0000FF"/>
                </a:solidFill>
                <a:latin typeface="Comic Sans MS"/>
                <a:cs typeface="Comic Sans MS"/>
              </a:rPr>
              <a:t>alt</a:t>
            </a:r>
            <a:r>
              <a:rPr sz="2450" b="1" spc="2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450" b="1" dirty="0">
                <a:solidFill>
                  <a:srgbClr val="0000FF"/>
                </a:solidFill>
                <a:latin typeface="Comic Sans MS"/>
                <a:cs typeface="Comic Sans MS"/>
              </a:rPr>
              <a:t>=</a:t>
            </a:r>
            <a:r>
              <a:rPr sz="2450" b="1" spc="1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450" b="1" dirty="0">
                <a:solidFill>
                  <a:srgbClr val="0000FF"/>
                </a:solidFill>
                <a:latin typeface="Comic Sans MS"/>
                <a:cs typeface="Comic Sans MS"/>
              </a:rPr>
              <a:t>"RED</a:t>
            </a:r>
            <a:r>
              <a:rPr sz="2450" b="1" spc="-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450" b="1" spc="-10" dirty="0">
                <a:solidFill>
                  <a:srgbClr val="0000FF"/>
                </a:solidFill>
                <a:latin typeface="Comic Sans MS"/>
                <a:cs typeface="Comic Sans MS"/>
              </a:rPr>
              <a:t>ROSE"/&gt;</a:t>
            </a:r>
            <a:endParaRPr sz="245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35"/>
              </a:spcBef>
            </a:pPr>
            <a:r>
              <a:rPr sz="2450" spc="-10" dirty="0">
                <a:latin typeface="Comic Sans MS"/>
                <a:cs typeface="Comic Sans MS"/>
              </a:rPr>
              <a:t>&lt;/body&gt;</a:t>
            </a:r>
            <a:endParaRPr sz="245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2450" spc="-10" dirty="0">
                <a:latin typeface="Comic Sans MS"/>
                <a:cs typeface="Comic Sans MS"/>
              </a:rPr>
              <a:t>&lt;/html&gt;</a:t>
            </a:r>
            <a:endParaRPr sz="245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051" y="592836"/>
            <a:ext cx="11359896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967" y="310718"/>
            <a:ext cx="9328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0" dirty="0">
                <a:latin typeface="Comic Sans MS"/>
                <a:cs typeface="Comic Sans MS"/>
              </a:rPr>
              <a:t>List</a:t>
            </a:r>
            <a:endParaRPr sz="40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4967" y="1147343"/>
            <a:ext cx="10737215" cy="375221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100" dirty="0">
                <a:latin typeface="Comic Sans MS"/>
                <a:cs typeface="Comic Sans MS"/>
              </a:rPr>
              <a:t>HTML</a:t>
            </a:r>
            <a:r>
              <a:rPr sz="2100" spc="5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lists</a:t>
            </a:r>
            <a:r>
              <a:rPr sz="2100" spc="3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allow</a:t>
            </a:r>
            <a:r>
              <a:rPr sz="2100" spc="4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web</a:t>
            </a:r>
            <a:r>
              <a:rPr sz="2100" spc="3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developers</a:t>
            </a:r>
            <a:r>
              <a:rPr sz="2100" spc="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to</a:t>
            </a:r>
            <a:r>
              <a:rPr sz="2100" spc="65" dirty="0"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FF0000"/>
                </a:solidFill>
                <a:latin typeface="Comic Sans MS"/>
                <a:cs typeface="Comic Sans MS"/>
              </a:rPr>
              <a:t>group</a:t>
            </a:r>
            <a:r>
              <a:rPr sz="2100" spc="5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sz="2100" spc="5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FF0000"/>
                </a:solidFill>
                <a:latin typeface="Comic Sans MS"/>
                <a:cs typeface="Comic Sans MS"/>
              </a:rPr>
              <a:t>set</a:t>
            </a:r>
            <a:r>
              <a:rPr sz="2100" spc="1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FF0000"/>
                </a:solidFill>
                <a:latin typeface="Comic Sans MS"/>
                <a:cs typeface="Comic Sans MS"/>
              </a:rPr>
              <a:t>of</a:t>
            </a:r>
            <a:r>
              <a:rPr sz="2100" spc="6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FF0000"/>
                </a:solidFill>
                <a:latin typeface="Comic Sans MS"/>
                <a:cs typeface="Comic Sans MS"/>
              </a:rPr>
              <a:t>related</a:t>
            </a:r>
            <a:r>
              <a:rPr sz="2100" spc="-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FF0000"/>
                </a:solidFill>
                <a:latin typeface="Comic Sans MS"/>
                <a:cs typeface="Comic Sans MS"/>
              </a:rPr>
              <a:t>items</a:t>
            </a:r>
            <a:r>
              <a:rPr sz="2100" spc="6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in</a:t>
            </a:r>
            <a:r>
              <a:rPr sz="2100" spc="40" dirty="0">
                <a:latin typeface="Comic Sans MS"/>
                <a:cs typeface="Comic Sans MS"/>
              </a:rPr>
              <a:t> </a:t>
            </a:r>
            <a:r>
              <a:rPr sz="2100" spc="-10" dirty="0">
                <a:latin typeface="Comic Sans MS"/>
                <a:cs typeface="Comic Sans MS"/>
              </a:rPr>
              <a:t>lists.</a:t>
            </a:r>
            <a:endParaRPr sz="21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100" b="1" spc="-10" dirty="0">
                <a:solidFill>
                  <a:srgbClr val="FF0000"/>
                </a:solidFill>
                <a:latin typeface="Comic Sans MS"/>
                <a:cs typeface="Comic Sans MS"/>
              </a:rPr>
              <a:t>Types:</a:t>
            </a:r>
            <a:endParaRPr sz="21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100" b="1" dirty="0">
                <a:solidFill>
                  <a:srgbClr val="0000FF"/>
                </a:solidFill>
                <a:latin typeface="Comic Sans MS"/>
                <a:cs typeface="Comic Sans MS"/>
              </a:rPr>
              <a:t>ordered</a:t>
            </a:r>
            <a:r>
              <a:rPr sz="2100" b="1" spc="3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100" b="1" spc="-20" dirty="0">
                <a:solidFill>
                  <a:srgbClr val="0000FF"/>
                </a:solidFill>
                <a:latin typeface="Comic Sans MS"/>
                <a:cs typeface="Comic Sans MS"/>
              </a:rPr>
              <a:t>list</a:t>
            </a:r>
            <a:endParaRPr sz="2100">
              <a:latin typeface="Comic Sans MS"/>
              <a:cs typeface="Comic Sans MS"/>
            </a:endParaRPr>
          </a:p>
          <a:p>
            <a:pPr marL="621665" indent="-440055">
              <a:lnSpc>
                <a:spcPts val="2410"/>
              </a:lnSpc>
              <a:spcBef>
                <a:spcPts val="1695"/>
              </a:spcBef>
              <a:buSzPct val="76190"/>
              <a:buAutoNum type="arabicPeriod"/>
              <a:tabLst>
                <a:tab pos="621665" algn="l"/>
              </a:tabLst>
            </a:pPr>
            <a:r>
              <a:rPr sz="2100" dirty="0">
                <a:latin typeface="Comic Sans MS"/>
                <a:cs typeface="Comic Sans MS"/>
              </a:rPr>
              <a:t>An</a:t>
            </a:r>
            <a:r>
              <a:rPr sz="2100" spc="4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ordered list</a:t>
            </a:r>
            <a:r>
              <a:rPr sz="2100" spc="3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starts with</a:t>
            </a:r>
            <a:r>
              <a:rPr sz="2100" spc="4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the</a:t>
            </a:r>
            <a:r>
              <a:rPr sz="2100" spc="50" dirty="0"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FF0000"/>
                </a:solidFill>
                <a:latin typeface="Comic Sans MS"/>
                <a:cs typeface="Comic Sans MS"/>
              </a:rPr>
              <a:t>&lt;ol&gt;</a:t>
            </a:r>
            <a:r>
              <a:rPr sz="2100" spc="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tag.</a:t>
            </a:r>
            <a:r>
              <a:rPr sz="2100" spc="2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Each</a:t>
            </a:r>
            <a:r>
              <a:rPr sz="2100" spc="5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list</a:t>
            </a:r>
            <a:r>
              <a:rPr sz="2100" spc="3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item</a:t>
            </a:r>
            <a:r>
              <a:rPr sz="2100" spc="2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starts</a:t>
            </a:r>
            <a:r>
              <a:rPr sz="2100" spc="1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with</a:t>
            </a:r>
            <a:r>
              <a:rPr sz="2100" spc="3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the</a:t>
            </a:r>
            <a:r>
              <a:rPr sz="2100" spc="55" dirty="0"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FF0000"/>
                </a:solidFill>
                <a:latin typeface="Comic Sans MS"/>
                <a:cs typeface="Comic Sans MS"/>
              </a:rPr>
              <a:t>&lt;li&gt;</a:t>
            </a:r>
            <a:r>
              <a:rPr sz="2100" spc="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00" spc="-20" dirty="0">
                <a:latin typeface="Comic Sans MS"/>
                <a:cs typeface="Comic Sans MS"/>
              </a:rPr>
              <a:t>tag.</a:t>
            </a:r>
            <a:endParaRPr sz="2100">
              <a:latin typeface="Comic Sans MS"/>
              <a:cs typeface="Comic Sans MS"/>
            </a:endParaRPr>
          </a:p>
          <a:p>
            <a:pPr marL="621665" indent="-440055">
              <a:lnSpc>
                <a:spcPts val="2410"/>
              </a:lnSpc>
              <a:buSzPct val="76190"/>
              <a:buAutoNum type="arabicPeriod"/>
              <a:tabLst>
                <a:tab pos="621665" algn="l"/>
              </a:tabLst>
            </a:pPr>
            <a:r>
              <a:rPr sz="2100" dirty="0">
                <a:latin typeface="Comic Sans MS"/>
                <a:cs typeface="Comic Sans MS"/>
              </a:rPr>
              <a:t>The</a:t>
            </a:r>
            <a:r>
              <a:rPr sz="2100" spc="3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list</a:t>
            </a:r>
            <a:r>
              <a:rPr sz="2100" spc="4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items</a:t>
            </a:r>
            <a:r>
              <a:rPr sz="2100" spc="2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will</a:t>
            </a:r>
            <a:r>
              <a:rPr sz="2100" spc="5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be</a:t>
            </a:r>
            <a:r>
              <a:rPr sz="2100" spc="3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marked</a:t>
            </a:r>
            <a:r>
              <a:rPr sz="2100" spc="3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with</a:t>
            </a:r>
            <a:r>
              <a:rPr sz="2100" spc="60" dirty="0"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FF0000"/>
                </a:solidFill>
                <a:latin typeface="Comic Sans MS"/>
                <a:cs typeface="Comic Sans MS"/>
              </a:rPr>
              <a:t>numbers</a:t>
            </a:r>
            <a:r>
              <a:rPr sz="2100" spc="1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FF0000"/>
                </a:solidFill>
                <a:latin typeface="Comic Sans MS"/>
                <a:cs typeface="Comic Sans MS"/>
              </a:rPr>
              <a:t>by</a:t>
            </a:r>
            <a:r>
              <a:rPr sz="2100" spc="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00" spc="-10" dirty="0">
                <a:solidFill>
                  <a:srgbClr val="FF0000"/>
                </a:solidFill>
                <a:latin typeface="Comic Sans MS"/>
                <a:cs typeface="Comic Sans MS"/>
              </a:rPr>
              <a:t>default</a:t>
            </a:r>
            <a:endParaRPr sz="21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100" b="1" dirty="0">
                <a:solidFill>
                  <a:srgbClr val="0000FF"/>
                </a:solidFill>
                <a:latin typeface="Comic Sans MS"/>
                <a:cs typeface="Comic Sans MS"/>
              </a:rPr>
              <a:t>unordered</a:t>
            </a:r>
            <a:r>
              <a:rPr sz="2100" b="1" spc="3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100" b="1" spc="-20" dirty="0">
                <a:solidFill>
                  <a:srgbClr val="0000FF"/>
                </a:solidFill>
                <a:latin typeface="Comic Sans MS"/>
                <a:cs typeface="Comic Sans MS"/>
              </a:rPr>
              <a:t>list</a:t>
            </a:r>
            <a:endParaRPr sz="2100">
              <a:latin typeface="Comic Sans MS"/>
              <a:cs typeface="Comic Sans MS"/>
            </a:endParaRPr>
          </a:p>
          <a:p>
            <a:pPr marL="621665" lvl="1" indent="-440055">
              <a:lnSpc>
                <a:spcPts val="2410"/>
              </a:lnSpc>
              <a:spcBef>
                <a:spcPts val="985"/>
              </a:spcBef>
              <a:buSzPct val="76190"/>
              <a:buChar char="●"/>
              <a:tabLst>
                <a:tab pos="621665" algn="l"/>
              </a:tabLst>
            </a:pPr>
            <a:r>
              <a:rPr sz="2100" dirty="0">
                <a:latin typeface="Comic Sans MS"/>
                <a:cs typeface="Comic Sans MS"/>
              </a:rPr>
              <a:t>A</a:t>
            </a:r>
            <a:r>
              <a:rPr sz="2100" spc="4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list</a:t>
            </a:r>
            <a:r>
              <a:rPr sz="2100" spc="3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that</a:t>
            </a:r>
            <a:r>
              <a:rPr sz="2100" spc="3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does</a:t>
            </a:r>
            <a:r>
              <a:rPr sz="2100" spc="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not</a:t>
            </a:r>
            <a:r>
              <a:rPr sz="2100" spc="3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order</a:t>
            </a:r>
            <a:r>
              <a:rPr sz="2100" spc="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its</a:t>
            </a:r>
            <a:r>
              <a:rPr sz="2100" spc="3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items</a:t>
            </a:r>
            <a:r>
              <a:rPr sz="2100" spc="2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by</a:t>
            </a:r>
            <a:r>
              <a:rPr sz="2100" spc="3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letter</a:t>
            </a:r>
            <a:r>
              <a:rPr sz="2100" spc="1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or</a:t>
            </a:r>
            <a:r>
              <a:rPr sz="2100" spc="30" dirty="0">
                <a:latin typeface="Comic Sans MS"/>
                <a:cs typeface="Comic Sans MS"/>
              </a:rPr>
              <a:t> </a:t>
            </a:r>
            <a:r>
              <a:rPr sz="2100" spc="-10" dirty="0">
                <a:latin typeface="Comic Sans MS"/>
                <a:cs typeface="Comic Sans MS"/>
              </a:rPr>
              <a:t>number</a:t>
            </a:r>
            <a:endParaRPr sz="2100">
              <a:latin typeface="Comic Sans MS"/>
              <a:cs typeface="Comic Sans MS"/>
            </a:endParaRPr>
          </a:p>
          <a:p>
            <a:pPr marL="621665" lvl="1" indent="-440055">
              <a:lnSpc>
                <a:spcPts val="2305"/>
              </a:lnSpc>
              <a:buSzPct val="76190"/>
              <a:buChar char="●"/>
              <a:tabLst>
                <a:tab pos="621665" algn="l"/>
              </a:tabLst>
            </a:pPr>
            <a:r>
              <a:rPr sz="2100" dirty="0">
                <a:latin typeface="Comic Sans MS"/>
                <a:cs typeface="Comic Sans MS"/>
              </a:rPr>
              <a:t>An</a:t>
            </a:r>
            <a:r>
              <a:rPr sz="2100" spc="4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unordered</a:t>
            </a:r>
            <a:r>
              <a:rPr sz="2100" spc="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list</a:t>
            </a:r>
            <a:r>
              <a:rPr sz="2100" spc="3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starts</a:t>
            </a:r>
            <a:r>
              <a:rPr sz="2100" spc="1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with</a:t>
            </a:r>
            <a:r>
              <a:rPr sz="2100" spc="3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the</a:t>
            </a:r>
            <a:r>
              <a:rPr sz="2100" spc="60" dirty="0"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FF0000"/>
                </a:solidFill>
                <a:latin typeface="Comic Sans MS"/>
                <a:cs typeface="Comic Sans MS"/>
              </a:rPr>
              <a:t>&lt;ul&gt;</a:t>
            </a:r>
            <a:r>
              <a:rPr sz="2100" spc="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tag.</a:t>
            </a:r>
            <a:r>
              <a:rPr sz="2100" spc="3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Each</a:t>
            </a:r>
            <a:r>
              <a:rPr sz="2100" spc="5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list</a:t>
            </a:r>
            <a:r>
              <a:rPr sz="2100" spc="4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item</a:t>
            </a:r>
            <a:r>
              <a:rPr sz="2100" spc="2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starts</a:t>
            </a:r>
            <a:r>
              <a:rPr sz="2100" spc="1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with</a:t>
            </a:r>
            <a:r>
              <a:rPr sz="2100" spc="5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the</a:t>
            </a:r>
            <a:r>
              <a:rPr sz="2100" spc="45" dirty="0"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FF0000"/>
                </a:solidFill>
                <a:latin typeface="Comic Sans MS"/>
                <a:cs typeface="Comic Sans MS"/>
              </a:rPr>
              <a:t>&lt;li&gt;</a:t>
            </a:r>
            <a:r>
              <a:rPr sz="2100" spc="5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00" spc="-20" dirty="0">
                <a:latin typeface="Comic Sans MS"/>
                <a:cs typeface="Comic Sans MS"/>
              </a:rPr>
              <a:t>tag.</a:t>
            </a:r>
            <a:endParaRPr sz="2100">
              <a:latin typeface="Comic Sans MS"/>
              <a:cs typeface="Comic Sans MS"/>
            </a:endParaRPr>
          </a:p>
          <a:p>
            <a:pPr marL="621665" lvl="1" indent="-440055">
              <a:lnSpc>
                <a:spcPts val="2410"/>
              </a:lnSpc>
              <a:buSzPct val="76190"/>
              <a:buChar char="●"/>
              <a:tabLst>
                <a:tab pos="621665" algn="l"/>
              </a:tabLst>
            </a:pPr>
            <a:r>
              <a:rPr sz="2100" dirty="0">
                <a:latin typeface="Comic Sans MS"/>
                <a:cs typeface="Comic Sans MS"/>
              </a:rPr>
              <a:t>The</a:t>
            </a:r>
            <a:r>
              <a:rPr sz="2100" spc="4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list</a:t>
            </a:r>
            <a:r>
              <a:rPr sz="2100" spc="4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items</a:t>
            </a:r>
            <a:r>
              <a:rPr sz="2100" spc="2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will</a:t>
            </a:r>
            <a:r>
              <a:rPr sz="2100" spc="5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be</a:t>
            </a:r>
            <a:r>
              <a:rPr sz="2100" spc="3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marked</a:t>
            </a:r>
            <a:r>
              <a:rPr sz="2100" spc="3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with</a:t>
            </a:r>
            <a:r>
              <a:rPr sz="2100" spc="4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bullets</a:t>
            </a:r>
            <a:r>
              <a:rPr sz="2100" spc="35" dirty="0"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FF0000"/>
                </a:solidFill>
                <a:latin typeface="Comic Sans MS"/>
                <a:cs typeface="Comic Sans MS"/>
              </a:rPr>
              <a:t>(disc)</a:t>
            </a:r>
            <a:r>
              <a:rPr sz="2100" spc="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FF0000"/>
                </a:solidFill>
                <a:latin typeface="Comic Sans MS"/>
                <a:cs typeface="Comic Sans MS"/>
              </a:rPr>
              <a:t>by</a:t>
            </a:r>
            <a:r>
              <a:rPr sz="2100" spc="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00" spc="-10" dirty="0">
                <a:solidFill>
                  <a:srgbClr val="FF0000"/>
                </a:solidFill>
                <a:latin typeface="Comic Sans MS"/>
                <a:cs typeface="Comic Sans MS"/>
              </a:rPr>
              <a:t>default</a:t>
            </a:r>
            <a:endParaRPr sz="21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4967" y="496061"/>
            <a:ext cx="2181860" cy="657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470"/>
              </a:lnSpc>
              <a:spcBef>
                <a:spcPts val="125"/>
              </a:spcBef>
            </a:pPr>
            <a:r>
              <a:rPr sz="2100" dirty="0">
                <a:latin typeface="Comic Sans MS"/>
                <a:cs typeface="Comic Sans MS"/>
              </a:rPr>
              <a:t>&lt;!DOCTYPE</a:t>
            </a:r>
            <a:r>
              <a:rPr sz="2100" spc="130" dirty="0">
                <a:latin typeface="Comic Sans MS"/>
                <a:cs typeface="Comic Sans MS"/>
              </a:rPr>
              <a:t> </a:t>
            </a:r>
            <a:r>
              <a:rPr sz="2100" spc="-10" dirty="0">
                <a:latin typeface="Comic Sans MS"/>
                <a:cs typeface="Comic Sans MS"/>
              </a:rPr>
              <a:t>html&gt;</a:t>
            </a:r>
            <a:endParaRPr sz="2100">
              <a:latin typeface="Comic Sans MS"/>
              <a:cs typeface="Comic Sans MS"/>
            </a:endParaRPr>
          </a:p>
          <a:p>
            <a:pPr marL="93345">
              <a:lnSpc>
                <a:spcPts val="2470"/>
              </a:lnSpc>
            </a:pPr>
            <a:r>
              <a:rPr sz="2100" spc="-10" dirty="0">
                <a:latin typeface="Comic Sans MS"/>
                <a:cs typeface="Comic Sans MS"/>
              </a:rPr>
              <a:t>&lt;html&gt;</a:t>
            </a:r>
            <a:endParaRPr sz="21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4967" y="1111453"/>
            <a:ext cx="4557395" cy="52781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475"/>
              </a:lnSpc>
              <a:spcBef>
                <a:spcPts val="125"/>
              </a:spcBef>
            </a:pPr>
            <a:r>
              <a:rPr sz="2100" spc="-10" dirty="0">
                <a:latin typeface="Comic Sans MS"/>
                <a:cs typeface="Comic Sans MS"/>
              </a:rPr>
              <a:t>&lt;head&gt;</a:t>
            </a:r>
            <a:endParaRPr sz="2100">
              <a:latin typeface="Comic Sans MS"/>
              <a:cs typeface="Comic Sans MS"/>
            </a:endParaRPr>
          </a:p>
          <a:p>
            <a:pPr marL="622300">
              <a:lnSpc>
                <a:spcPts val="2425"/>
              </a:lnSpc>
            </a:pPr>
            <a:r>
              <a:rPr sz="2100" dirty="0">
                <a:latin typeface="Comic Sans MS"/>
                <a:cs typeface="Comic Sans MS"/>
              </a:rPr>
              <a:t>&lt;meta</a:t>
            </a:r>
            <a:r>
              <a:rPr sz="2100" spc="5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charset</a:t>
            </a:r>
            <a:r>
              <a:rPr sz="2100" spc="5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=</a:t>
            </a:r>
            <a:r>
              <a:rPr sz="2100" spc="5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"utf-</a:t>
            </a:r>
            <a:r>
              <a:rPr sz="2100" spc="-25" dirty="0">
                <a:latin typeface="Comic Sans MS"/>
                <a:cs typeface="Comic Sans MS"/>
              </a:rPr>
              <a:t>8"&gt;</a:t>
            </a:r>
            <a:endParaRPr sz="2100">
              <a:latin typeface="Comic Sans MS"/>
              <a:cs typeface="Comic Sans MS"/>
            </a:endParaRPr>
          </a:p>
          <a:p>
            <a:pPr marL="622300">
              <a:lnSpc>
                <a:spcPts val="2425"/>
              </a:lnSpc>
            </a:pPr>
            <a:r>
              <a:rPr sz="2100" dirty="0">
                <a:latin typeface="Comic Sans MS"/>
                <a:cs typeface="Comic Sans MS"/>
              </a:rPr>
              <a:t>&lt;title&gt;Unordered</a:t>
            </a:r>
            <a:r>
              <a:rPr sz="2100" spc="120" dirty="0">
                <a:latin typeface="Comic Sans MS"/>
                <a:cs typeface="Comic Sans MS"/>
              </a:rPr>
              <a:t> </a:t>
            </a:r>
            <a:r>
              <a:rPr sz="2100" spc="-10" dirty="0">
                <a:latin typeface="Comic Sans MS"/>
                <a:cs typeface="Comic Sans MS"/>
              </a:rPr>
              <a:t>list&lt;/title&gt;</a:t>
            </a:r>
            <a:endParaRPr sz="2100">
              <a:latin typeface="Comic Sans MS"/>
              <a:cs typeface="Comic Sans MS"/>
            </a:endParaRPr>
          </a:p>
          <a:p>
            <a:pPr marL="12700">
              <a:lnSpc>
                <a:spcPts val="2425"/>
              </a:lnSpc>
            </a:pPr>
            <a:r>
              <a:rPr sz="2100" spc="-10" dirty="0">
                <a:latin typeface="Comic Sans MS"/>
                <a:cs typeface="Comic Sans MS"/>
              </a:rPr>
              <a:t>&lt;/head&gt;</a:t>
            </a:r>
            <a:endParaRPr sz="2100">
              <a:latin typeface="Comic Sans MS"/>
              <a:cs typeface="Comic Sans MS"/>
            </a:endParaRPr>
          </a:p>
          <a:p>
            <a:pPr marL="12700">
              <a:lnSpc>
                <a:spcPts val="2425"/>
              </a:lnSpc>
            </a:pPr>
            <a:r>
              <a:rPr sz="2100" spc="-10" dirty="0">
                <a:latin typeface="Comic Sans MS"/>
                <a:cs typeface="Comic Sans MS"/>
              </a:rPr>
              <a:t>&lt;body&gt;</a:t>
            </a:r>
            <a:endParaRPr sz="2100">
              <a:latin typeface="Comic Sans MS"/>
              <a:cs typeface="Comic Sans MS"/>
            </a:endParaRPr>
          </a:p>
          <a:p>
            <a:pPr marL="622300">
              <a:lnSpc>
                <a:spcPts val="2425"/>
              </a:lnSpc>
            </a:pPr>
            <a:r>
              <a:rPr sz="2100" dirty="0">
                <a:latin typeface="Comic Sans MS"/>
                <a:cs typeface="Comic Sans MS"/>
              </a:rPr>
              <a:t>&lt;h1&gt;</a:t>
            </a:r>
            <a:r>
              <a:rPr sz="2100" spc="7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My</a:t>
            </a:r>
            <a:r>
              <a:rPr sz="2100" spc="5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favorite</a:t>
            </a:r>
            <a:r>
              <a:rPr sz="2100" spc="5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drinking</a:t>
            </a:r>
            <a:r>
              <a:rPr sz="2100" spc="55" dirty="0">
                <a:latin typeface="Comic Sans MS"/>
                <a:cs typeface="Comic Sans MS"/>
              </a:rPr>
              <a:t> </a:t>
            </a:r>
            <a:r>
              <a:rPr sz="2100" spc="-10" dirty="0">
                <a:latin typeface="Comic Sans MS"/>
                <a:cs typeface="Comic Sans MS"/>
              </a:rPr>
              <a:t>items</a:t>
            </a:r>
            <a:endParaRPr sz="2100">
              <a:latin typeface="Comic Sans MS"/>
              <a:cs typeface="Comic Sans MS"/>
            </a:endParaRPr>
          </a:p>
          <a:p>
            <a:pPr marL="622300">
              <a:lnSpc>
                <a:spcPts val="2425"/>
              </a:lnSpc>
            </a:pPr>
            <a:r>
              <a:rPr sz="2100" spc="-10" dirty="0">
                <a:latin typeface="Comic Sans MS"/>
                <a:cs typeface="Comic Sans MS"/>
              </a:rPr>
              <a:t>&lt;/h1&gt;</a:t>
            </a:r>
            <a:endParaRPr sz="2100">
              <a:latin typeface="Comic Sans MS"/>
              <a:cs typeface="Comic Sans MS"/>
            </a:endParaRPr>
          </a:p>
          <a:p>
            <a:pPr marL="622300">
              <a:lnSpc>
                <a:spcPts val="2425"/>
              </a:lnSpc>
            </a:pPr>
            <a:r>
              <a:rPr sz="2100" spc="-20" dirty="0">
                <a:solidFill>
                  <a:srgbClr val="FF0000"/>
                </a:solidFill>
                <a:latin typeface="Comic Sans MS"/>
                <a:cs typeface="Comic Sans MS"/>
              </a:rPr>
              <a:t>&lt;ul&gt;</a:t>
            </a:r>
            <a:endParaRPr sz="2100">
              <a:latin typeface="Comic Sans MS"/>
              <a:cs typeface="Comic Sans MS"/>
            </a:endParaRPr>
          </a:p>
          <a:p>
            <a:pPr marL="783590">
              <a:lnSpc>
                <a:spcPts val="2430"/>
              </a:lnSpc>
            </a:pPr>
            <a:r>
              <a:rPr sz="2100" spc="-10" dirty="0">
                <a:solidFill>
                  <a:srgbClr val="FF0000"/>
                </a:solidFill>
                <a:latin typeface="Comic Sans MS"/>
                <a:cs typeface="Comic Sans MS"/>
              </a:rPr>
              <a:t>&lt;li&gt;Coffee&lt;/li&gt;</a:t>
            </a:r>
            <a:endParaRPr sz="2100">
              <a:latin typeface="Comic Sans MS"/>
              <a:cs typeface="Comic Sans MS"/>
            </a:endParaRPr>
          </a:p>
          <a:p>
            <a:pPr marL="783590">
              <a:lnSpc>
                <a:spcPts val="2430"/>
              </a:lnSpc>
            </a:pPr>
            <a:r>
              <a:rPr sz="2100" spc="-10" dirty="0">
                <a:solidFill>
                  <a:srgbClr val="FF0000"/>
                </a:solidFill>
                <a:latin typeface="Comic Sans MS"/>
                <a:cs typeface="Comic Sans MS"/>
              </a:rPr>
              <a:t>&lt;li&gt;Tea&lt;/li&gt;</a:t>
            </a:r>
            <a:endParaRPr sz="2100">
              <a:latin typeface="Comic Sans MS"/>
              <a:cs typeface="Comic Sans MS"/>
            </a:endParaRPr>
          </a:p>
          <a:p>
            <a:pPr marL="783590">
              <a:lnSpc>
                <a:spcPts val="2425"/>
              </a:lnSpc>
            </a:pPr>
            <a:r>
              <a:rPr sz="2100" spc="-10" dirty="0">
                <a:solidFill>
                  <a:srgbClr val="FF0000"/>
                </a:solidFill>
                <a:latin typeface="Comic Sans MS"/>
                <a:cs typeface="Comic Sans MS"/>
              </a:rPr>
              <a:t>&lt;li&gt;Milk&lt;/li&gt;</a:t>
            </a:r>
            <a:endParaRPr sz="2100">
              <a:latin typeface="Comic Sans MS"/>
              <a:cs typeface="Comic Sans MS"/>
            </a:endParaRPr>
          </a:p>
          <a:p>
            <a:pPr marL="622300">
              <a:lnSpc>
                <a:spcPts val="2425"/>
              </a:lnSpc>
            </a:pPr>
            <a:r>
              <a:rPr sz="2100" spc="-10" dirty="0">
                <a:solidFill>
                  <a:srgbClr val="FF0000"/>
                </a:solidFill>
                <a:latin typeface="Comic Sans MS"/>
                <a:cs typeface="Comic Sans MS"/>
              </a:rPr>
              <a:t>&lt;/ul&gt;</a:t>
            </a:r>
            <a:endParaRPr sz="2100">
              <a:latin typeface="Comic Sans MS"/>
              <a:cs typeface="Comic Sans MS"/>
            </a:endParaRPr>
          </a:p>
          <a:p>
            <a:pPr marL="622300">
              <a:lnSpc>
                <a:spcPts val="2425"/>
              </a:lnSpc>
            </a:pPr>
            <a:r>
              <a:rPr sz="2100" dirty="0">
                <a:solidFill>
                  <a:srgbClr val="9900FF"/>
                </a:solidFill>
                <a:latin typeface="Comic Sans MS"/>
                <a:cs typeface="Comic Sans MS"/>
              </a:rPr>
              <a:t>&lt;ul</a:t>
            </a:r>
            <a:r>
              <a:rPr sz="2100" spc="25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sz="2100" spc="-10" dirty="0">
                <a:solidFill>
                  <a:srgbClr val="9900FF"/>
                </a:solidFill>
                <a:latin typeface="Comic Sans MS"/>
                <a:cs typeface="Comic Sans MS"/>
              </a:rPr>
              <a:t>type="circle"&gt;</a:t>
            </a:r>
            <a:endParaRPr sz="2100">
              <a:latin typeface="Comic Sans MS"/>
              <a:cs typeface="Comic Sans MS"/>
            </a:endParaRPr>
          </a:p>
          <a:p>
            <a:pPr marL="783590">
              <a:lnSpc>
                <a:spcPts val="2425"/>
              </a:lnSpc>
            </a:pPr>
            <a:r>
              <a:rPr sz="2100" spc="-10" dirty="0">
                <a:solidFill>
                  <a:srgbClr val="9900FF"/>
                </a:solidFill>
                <a:latin typeface="Comic Sans MS"/>
                <a:cs typeface="Comic Sans MS"/>
              </a:rPr>
              <a:t>&lt;li&gt;Coffee&lt;/li&gt;</a:t>
            </a:r>
            <a:endParaRPr sz="2100">
              <a:latin typeface="Comic Sans MS"/>
              <a:cs typeface="Comic Sans MS"/>
            </a:endParaRPr>
          </a:p>
          <a:p>
            <a:pPr marL="783590">
              <a:lnSpc>
                <a:spcPts val="2425"/>
              </a:lnSpc>
            </a:pPr>
            <a:r>
              <a:rPr sz="2100" spc="-10" dirty="0">
                <a:solidFill>
                  <a:srgbClr val="9900FF"/>
                </a:solidFill>
                <a:latin typeface="Comic Sans MS"/>
                <a:cs typeface="Comic Sans MS"/>
              </a:rPr>
              <a:t>&lt;li&gt;Tea&lt;/li&gt;</a:t>
            </a:r>
            <a:endParaRPr sz="2100">
              <a:latin typeface="Comic Sans MS"/>
              <a:cs typeface="Comic Sans MS"/>
            </a:endParaRPr>
          </a:p>
          <a:p>
            <a:pPr marL="783590">
              <a:lnSpc>
                <a:spcPts val="2425"/>
              </a:lnSpc>
            </a:pPr>
            <a:r>
              <a:rPr sz="2100" spc="-10" dirty="0">
                <a:solidFill>
                  <a:srgbClr val="9900FF"/>
                </a:solidFill>
                <a:latin typeface="Comic Sans MS"/>
                <a:cs typeface="Comic Sans MS"/>
              </a:rPr>
              <a:t>&lt;li&gt;Milk&lt;/li&gt;</a:t>
            </a:r>
            <a:endParaRPr sz="2100">
              <a:latin typeface="Comic Sans MS"/>
              <a:cs typeface="Comic Sans MS"/>
            </a:endParaRPr>
          </a:p>
          <a:p>
            <a:pPr marL="622300">
              <a:lnSpc>
                <a:spcPts val="2475"/>
              </a:lnSpc>
            </a:pPr>
            <a:r>
              <a:rPr sz="2100" spc="-10" dirty="0">
                <a:solidFill>
                  <a:srgbClr val="9900FF"/>
                </a:solidFill>
                <a:latin typeface="Comic Sans MS"/>
                <a:cs typeface="Comic Sans MS"/>
              </a:rPr>
              <a:t>&lt;/ul&gt;</a:t>
            </a:r>
            <a:endParaRPr sz="21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43065" y="681990"/>
            <a:ext cx="2990850" cy="1604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190"/>
              </a:lnSpc>
              <a:spcBef>
                <a:spcPts val="95"/>
              </a:spcBef>
            </a:pPr>
            <a:r>
              <a:rPr sz="2800" dirty="0">
                <a:solidFill>
                  <a:srgbClr val="0000FF"/>
                </a:solidFill>
                <a:latin typeface="Comic Sans MS"/>
                <a:cs typeface="Comic Sans MS"/>
              </a:rPr>
              <a:t>&lt;ul</a:t>
            </a:r>
            <a:r>
              <a:rPr sz="2800" spc="-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omic Sans MS"/>
                <a:cs typeface="Comic Sans MS"/>
              </a:rPr>
              <a:t>type="square"&gt;</a:t>
            </a:r>
            <a:endParaRPr sz="2800">
              <a:latin typeface="Comic Sans MS"/>
              <a:cs typeface="Comic Sans MS"/>
            </a:endParaRPr>
          </a:p>
          <a:p>
            <a:pPr marL="226060">
              <a:lnSpc>
                <a:spcPts val="3025"/>
              </a:lnSpc>
            </a:pPr>
            <a:r>
              <a:rPr sz="2800" spc="-10" dirty="0">
                <a:solidFill>
                  <a:srgbClr val="0000FF"/>
                </a:solidFill>
                <a:latin typeface="Comic Sans MS"/>
                <a:cs typeface="Comic Sans MS"/>
              </a:rPr>
              <a:t>&lt;li&gt;Coffee&lt;/li&gt;</a:t>
            </a:r>
            <a:endParaRPr sz="2800">
              <a:latin typeface="Comic Sans MS"/>
              <a:cs typeface="Comic Sans MS"/>
            </a:endParaRPr>
          </a:p>
          <a:p>
            <a:pPr marL="226060">
              <a:lnSpc>
                <a:spcPts val="3025"/>
              </a:lnSpc>
            </a:pPr>
            <a:r>
              <a:rPr sz="2800" spc="-10" dirty="0">
                <a:solidFill>
                  <a:srgbClr val="0000FF"/>
                </a:solidFill>
                <a:latin typeface="Comic Sans MS"/>
                <a:cs typeface="Comic Sans MS"/>
              </a:rPr>
              <a:t>&lt;li&gt;Tea&lt;/li&gt;</a:t>
            </a:r>
            <a:endParaRPr sz="2800">
              <a:latin typeface="Comic Sans MS"/>
              <a:cs typeface="Comic Sans MS"/>
            </a:endParaRPr>
          </a:p>
          <a:p>
            <a:pPr marL="226060">
              <a:lnSpc>
                <a:spcPts val="3195"/>
              </a:lnSpc>
            </a:pPr>
            <a:r>
              <a:rPr sz="2800" spc="-10" dirty="0">
                <a:solidFill>
                  <a:srgbClr val="0000FF"/>
                </a:solidFill>
                <a:latin typeface="Comic Sans MS"/>
                <a:cs typeface="Comic Sans MS"/>
              </a:rPr>
              <a:t>&lt;li&gt;Milk&lt;/li&gt;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33465" y="2218436"/>
            <a:ext cx="1369060" cy="1219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3190"/>
              </a:lnSpc>
              <a:spcBef>
                <a:spcPts val="95"/>
              </a:spcBef>
            </a:pPr>
            <a:r>
              <a:rPr sz="2800" spc="-10" dirty="0">
                <a:solidFill>
                  <a:srgbClr val="0000FF"/>
                </a:solidFill>
                <a:latin typeface="Comic Sans MS"/>
                <a:cs typeface="Comic Sans MS"/>
              </a:rPr>
              <a:t>&lt;/ul&gt;</a:t>
            </a:r>
            <a:endParaRPr sz="2800">
              <a:latin typeface="Comic Sans MS"/>
              <a:cs typeface="Comic Sans MS"/>
            </a:endParaRPr>
          </a:p>
          <a:p>
            <a:pPr marR="106680" algn="r">
              <a:lnSpc>
                <a:spcPts val="3025"/>
              </a:lnSpc>
            </a:pPr>
            <a:r>
              <a:rPr sz="2800" spc="-10" dirty="0">
                <a:latin typeface="Comic Sans MS"/>
                <a:cs typeface="Comic Sans MS"/>
              </a:rPr>
              <a:t>&lt;/body&gt;</a:t>
            </a:r>
            <a:endParaRPr sz="2800">
              <a:latin typeface="Comic Sans MS"/>
              <a:cs typeface="Comic Sans MS"/>
            </a:endParaRPr>
          </a:p>
          <a:p>
            <a:pPr marL="12700">
              <a:lnSpc>
                <a:spcPts val="3190"/>
              </a:lnSpc>
            </a:pPr>
            <a:r>
              <a:rPr sz="2800" spc="-10" dirty="0">
                <a:latin typeface="Comic Sans MS"/>
                <a:cs typeface="Comic Sans MS"/>
              </a:rPr>
              <a:t>&lt;/html&gt;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40785" y="86055"/>
            <a:ext cx="3098800" cy="5543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50" b="1" dirty="0">
                <a:latin typeface="Comic Sans MS"/>
                <a:cs typeface="Comic Sans MS"/>
              </a:rPr>
              <a:t>Unordered</a:t>
            </a:r>
            <a:r>
              <a:rPr sz="3450" b="1" spc="-80" dirty="0">
                <a:latin typeface="Comic Sans MS"/>
                <a:cs typeface="Comic Sans MS"/>
              </a:rPr>
              <a:t> </a:t>
            </a:r>
            <a:r>
              <a:rPr sz="3450" b="1" spc="-20" dirty="0">
                <a:latin typeface="Comic Sans MS"/>
                <a:cs typeface="Comic Sans MS"/>
              </a:rPr>
              <a:t>list</a:t>
            </a:r>
            <a:endParaRPr sz="34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880" y="288036"/>
            <a:ext cx="8763000" cy="563270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4967" y="496061"/>
            <a:ext cx="2181860" cy="657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470"/>
              </a:lnSpc>
              <a:spcBef>
                <a:spcPts val="125"/>
              </a:spcBef>
            </a:pPr>
            <a:r>
              <a:rPr sz="2100" dirty="0">
                <a:latin typeface="Comic Sans MS"/>
                <a:cs typeface="Comic Sans MS"/>
              </a:rPr>
              <a:t>&lt;!DOCTYPE</a:t>
            </a:r>
            <a:r>
              <a:rPr sz="2100" spc="130" dirty="0">
                <a:latin typeface="Comic Sans MS"/>
                <a:cs typeface="Comic Sans MS"/>
              </a:rPr>
              <a:t> </a:t>
            </a:r>
            <a:r>
              <a:rPr sz="2100" spc="-10" dirty="0">
                <a:latin typeface="Comic Sans MS"/>
                <a:cs typeface="Comic Sans MS"/>
              </a:rPr>
              <a:t>html&gt;</a:t>
            </a:r>
            <a:endParaRPr sz="2100">
              <a:latin typeface="Comic Sans MS"/>
              <a:cs typeface="Comic Sans MS"/>
            </a:endParaRPr>
          </a:p>
          <a:p>
            <a:pPr marL="93345">
              <a:lnSpc>
                <a:spcPts val="2470"/>
              </a:lnSpc>
            </a:pPr>
            <a:r>
              <a:rPr sz="2100" spc="-10" dirty="0">
                <a:latin typeface="Comic Sans MS"/>
                <a:cs typeface="Comic Sans MS"/>
              </a:rPr>
              <a:t>&lt;html&gt;</a:t>
            </a:r>
            <a:endParaRPr sz="21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4967" y="1111453"/>
            <a:ext cx="5258435" cy="4970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475"/>
              </a:lnSpc>
              <a:spcBef>
                <a:spcPts val="125"/>
              </a:spcBef>
            </a:pPr>
            <a:r>
              <a:rPr sz="2100" spc="-10" dirty="0">
                <a:latin typeface="Comic Sans MS"/>
                <a:cs typeface="Comic Sans MS"/>
              </a:rPr>
              <a:t>&lt;head&gt;</a:t>
            </a:r>
            <a:endParaRPr sz="2100">
              <a:latin typeface="Comic Sans MS"/>
              <a:cs typeface="Comic Sans MS"/>
            </a:endParaRPr>
          </a:p>
          <a:p>
            <a:pPr marL="622300">
              <a:lnSpc>
                <a:spcPts val="2425"/>
              </a:lnSpc>
            </a:pPr>
            <a:r>
              <a:rPr sz="2100" dirty="0">
                <a:latin typeface="Comic Sans MS"/>
                <a:cs typeface="Comic Sans MS"/>
              </a:rPr>
              <a:t>&lt;meta</a:t>
            </a:r>
            <a:r>
              <a:rPr sz="2100" spc="5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charset</a:t>
            </a:r>
            <a:r>
              <a:rPr sz="2100" spc="5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=</a:t>
            </a:r>
            <a:r>
              <a:rPr sz="2100" spc="5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"utf-</a:t>
            </a:r>
            <a:r>
              <a:rPr sz="2100" spc="-25" dirty="0">
                <a:latin typeface="Comic Sans MS"/>
                <a:cs typeface="Comic Sans MS"/>
              </a:rPr>
              <a:t>8"&gt;</a:t>
            </a:r>
            <a:endParaRPr sz="2100">
              <a:latin typeface="Comic Sans MS"/>
              <a:cs typeface="Comic Sans MS"/>
            </a:endParaRPr>
          </a:p>
          <a:p>
            <a:pPr marL="622300">
              <a:lnSpc>
                <a:spcPts val="2425"/>
              </a:lnSpc>
            </a:pPr>
            <a:r>
              <a:rPr sz="2100" dirty="0">
                <a:latin typeface="Comic Sans MS"/>
                <a:cs typeface="Comic Sans MS"/>
              </a:rPr>
              <a:t>&lt;title&gt;Ordered</a:t>
            </a:r>
            <a:r>
              <a:rPr sz="2100" spc="35" dirty="0">
                <a:latin typeface="Comic Sans MS"/>
                <a:cs typeface="Comic Sans MS"/>
              </a:rPr>
              <a:t> </a:t>
            </a:r>
            <a:r>
              <a:rPr sz="2100" spc="-10" dirty="0">
                <a:latin typeface="Comic Sans MS"/>
                <a:cs typeface="Comic Sans MS"/>
              </a:rPr>
              <a:t>list&lt;/title&gt;</a:t>
            </a:r>
            <a:endParaRPr sz="2100">
              <a:latin typeface="Comic Sans MS"/>
              <a:cs typeface="Comic Sans MS"/>
            </a:endParaRPr>
          </a:p>
          <a:p>
            <a:pPr marL="12700">
              <a:lnSpc>
                <a:spcPts val="2425"/>
              </a:lnSpc>
            </a:pPr>
            <a:r>
              <a:rPr sz="2100" spc="-10" dirty="0">
                <a:latin typeface="Comic Sans MS"/>
                <a:cs typeface="Comic Sans MS"/>
              </a:rPr>
              <a:t>&lt;/head&gt;</a:t>
            </a:r>
            <a:endParaRPr sz="2100">
              <a:latin typeface="Comic Sans MS"/>
              <a:cs typeface="Comic Sans MS"/>
            </a:endParaRPr>
          </a:p>
          <a:p>
            <a:pPr marL="12700">
              <a:lnSpc>
                <a:spcPts val="2425"/>
              </a:lnSpc>
            </a:pPr>
            <a:r>
              <a:rPr sz="2100" spc="-10" dirty="0">
                <a:latin typeface="Comic Sans MS"/>
                <a:cs typeface="Comic Sans MS"/>
              </a:rPr>
              <a:t>&lt;body&gt;</a:t>
            </a:r>
            <a:endParaRPr sz="2100">
              <a:latin typeface="Comic Sans MS"/>
              <a:cs typeface="Comic Sans MS"/>
            </a:endParaRPr>
          </a:p>
          <a:p>
            <a:pPr marL="622300">
              <a:lnSpc>
                <a:spcPts val="2425"/>
              </a:lnSpc>
            </a:pPr>
            <a:r>
              <a:rPr sz="2100" dirty="0">
                <a:latin typeface="Comic Sans MS"/>
                <a:cs typeface="Comic Sans MS"/>
              </a:rPr>
              <a:t>&lt;h1&gt;</a:t>
            </a:r>
            <a:r>
              <a:rPr sz="2100" spc="7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My</a:t>
            </a:r>
            <a:r>
              <a:rPr sz="2100" spc="6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favorite</a:t>
            </a:r>
            <a:r>
              <a:rPr sz="2100" spc="5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drinking</a:t>
            </a:r>
            <a:r>
              <a:rPr sz="2100" spc="5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items</a:t>
            </a:r>
            <a:r>
              <a:rPr sz="2100" spc="50" dirty="0">
                <a:latin typeface="Comic Sans MS"/>
                <a:cs typeface="Comic Sans MS"/>
              </a:rPr>
              <a:t> </a:t>
            </a:r>
            <a:r>
              <a:rPr sz="2100" spc="-10" dirty="0">
                <a:latin typeface="Comic Sans MS"/>
                <a:cs typeface="Comic Sans MS"/>
              </a:rPr>
              <a:t>&lt;/h1&gt;</a:t>
            </a:r>
            <a:endParaRPr sz="2100">
              <a:latin typeface="Comic Sans MS"/>
              <a:cs typeface="Comic Sans MS"/>
            </a:endParaRPr>
          </a:p>
          <a:p>
            <a:pPr marL="622300">
              <a:lnSpc>
                <a:spcPts val="2425"/>
              </a:lnSpc>
            </a:pPr>
            <a:r>
              <a:rPr sz="2100" dirty="0">
                <a:solidFill>
                  <a:srgbClr val="9900FF"/>
                </a:solidFill>
                <a:latin typeface="Comic Sans MS"/>
                <a:cs typeface="Comic Sans MS"/>
              </a:rPr>
              <a:t>&lt;ol</a:t>
            </a:r>
            <a:r>
              <a:rPr sz="2100" spc="20" dirty="0">
                <a:solidFill>
                  <a:srgbClr val="9900FF"/>
                </a:solidFill>
                <a:latin typeface="Comic Sans MS"/>
                <a:cs typeface="Comic Sans MS"/>
              </a:rPr>
              <a:t> </a:t>
            </a:r>
            <a:r>
              <a:rPr sz="2100" spc="-10" dirty="0">
                <a:solidFill>
                  <a:srgbClr val="9900FF"/>
                </a:solidFill>
                <a:latin typeface="Comic Sans MS"/>
                <a:cs typeface="Comic Sans MS"/>
              </a:rPr>
              <a:t>type="A"&gt;</a:t>
            </a:r>
            <a:endParaRPr sz="2100">
              <a:latin typeface="Comic Sans MS"/>
              <a:cs typeface="Comic Sans MS"/>
            </a:endParaRPr>
          </a:p>
          <a:p>
            <a:pPr marL="783590">
              <a:lnSpc>
                <a:spcPts val="2425"/>
              </a:lnSpc>
            </a:pPr>
            <a:r>
              <a:rPr sz="2100" spc="-10" dirty="0">
                <a:solidFill>
                  <a:srgbClr val="9900FF"/>
                </a:solidFill>
                <a:latin typeface="Comic Sans MS"/>
                <a:cs typeface="Comic Sans MS"/>
              </a:rPr>
              <a:t>&lt;li&gt;Coffee&lt;/li&gt;</a:t>
            </a:r>
            <a:endParaRPr sz="2100">
              <a:latin typeface="Comic Sans MS"/>
              <a:cs typeface="Comic Sans MS"/>
            </a:endParaRPr>
          </a:p>
          <a:p>
            <a:pPr marL="783590">
              <a:lnSpc>
                <a:spcPts val="2430"/>
              </a:lnSpc>
            </a:pPr>
            <a:r>
              <a:rPr sz="2100" spc="-10" dirty="0">
                <a:solidFill>
                  <a:srgbClr val="9900FF"/>
                </a:solidFill>
                <a:latin typeface="Comic Sans MS"/>
                <a:cs typeface="Comic Sans MS"/>
              </a:rPr>
              <a:t>&lt;li&gt;Tea&lt;/li&gt;</a:t>
            </a:r>
            <a:endParaRPr sz="2100">
              <a:latin typeface="Comic Sans MS"/>
              <a:cs typeface="Comic Sans MS"/>
            </a:endParaRPr>
          </a:p>
          <a:p>
            <a:pPr marL="783590">
              <a:lnSpc>
                <a:spcPts val="2430"/>
              </a:lnSpc>
            </a:pPr>
            <a:r>
              <a:rPr sz="2100" spc="-10" dirty="0">
                <a:solidFill>
                  <a:srgbClr val="9900FF"/>
                </a:solidFill>
                <a:latin typeface="Comic Sans MS"/>
                <a:cs typeface="Comic Sans MS"/>
              </a:rPr>
              <a:t>&lt;li&gt;Milk&lt;/li&gt;</a:t>
            </a:r>
            <a:endParaRPr sz="2100">
              <a:latin typeface="Comic Sans MS"/>
              <a:cs typeface="Comic Sans MS"/>
            </a:endParaRPr>
          </a:p>
          <a:p>
            <a:pPr marL="622300">
              <a:lnSpc>
                <a:spcPts val="2425"/>
              </a:lnSpc>
            </a:pPr>
            <a:r>
              <a:rPr sz="2100" spc="-10" dirty="0">
                <a:solidFill>
                  <a:srgbClr val="9900FF"/>
                </a:solidFill>
                <a:latin typeface="Comic Sans MS"/>
                <a:cs typeface="Comic Sans MS"/>
              </a:rPr>
              <a:t>&lt;/ol&gt;</a:t>
            </a:r>
            <a:endParaRPr sz="2100">
              <a:latin typeface="Comic Sans MS"/>
              <a:cs typeface="Comic Sans MS"/>
            </a:endParaRPr>
          </a:p>
          <a:p>
            <a:pPr marL="622300">
              <a:lnSpc>
                <a:spcPts val="2425"/>
              </a:lnSpc>
            </a:pPr>
            <a:r>
              <a:rPr sz="2100" spc="-20" dirty="0">
                <a:solidFill>
                  <a:srgbClr val="FF0000"/>
                </a:solidFill>
                <a:latin typeface="Comic Sans MS"/>
                <a:cs typeface="Comic Sans MS"/>
              </a:rPr>
              <a:t>&lt;ol&gt;</a:t>
            </a:r>
            <a:endParaRPr sz="2100">
              <a:latin typeface="Comic Sans MS"/>
              <a:cs typeface="Comic Sans MS"/>
            </a:endParaRPr>
          </a:p>
          <a:p>
            <a:pPr marL="783590">
              <a:lnSpc>
                <a:spcPts val="2425"/>
              </a:lnSpc>
            </a:pPr>
            <a:r>
              <a:rPr sz="2100" spc="-10" dirty="0">
                <a:solidFill>
                  <a:srgbClr val="FF0000"/>
                </a:solidFill>
                <a:latin typeface="Comic Sans MS"/>
                <a:cs typeface="Comic Sans MS"/>
              </a:rPr>
              <a:t>&lt;li&gt;Coffee&lt;/li&gt;</a:t>
            </a:r>
            <a:endParaRPr sz="2100">
              <a:latin typeface="Comic Sans MS"/>
              <a:cs typeface="Comic Sans MS"/>
            </a:endParaRPr>
          </a:p>
          <a:p>
            <a:pPr marL="783590">
              <a:lnSpc>
                <a:spcPts val="2425"/>
              </a:lnSpc>
            </a:pPr>
            <a:r>
              <a:rPr sz="2100" spc="-10" dirty="0">
                <a:solidFill>
                  <a:srgbClr val="FF0000"/>
                </a:solidFill>
                <a:latin typeface="Comic Sans MS"/>
                <a:cs typeface="Comic Sans MS"/>
              </a:rPr>
              <a:t>&lt;li&gt;Tea&lt;/li&gt;</a:t>
            </a:r>
            <a:endParaRPr sz="2100">
              <a:latin typeface="Comic Sans MS"/>
              <a:cs typeface="Comic Sans MS"/>
            </a:endParaRPr>
          </a:p>
          <a:p>
            <a:pPr marL="783590">
              <a:lnSpc>
                <a:spcPts val="2425"/>
              </a:lnSpc>
            </a:pPr>
            <a:r>
              <a:rPr sz="2100" spc="-10" dirty="0">
                <a:solidFill>
                  <a:srgbClr val="FF0000"/>
                </a:solidFill>
                <a:latin typeface="Comic Sans MS"/>
                <a:cs typeface="Comic Sans MS"/>
              </a:rPr>
              <a:t>&lt;li&gt;Milk&lt;/li&gt;</a:t>
            </a:r>
            <a:endParaRPr sz="2100">
              <a:latin typeface="Comic Sans MS"/>
              <a:cs typeface="Comic Sans MS"/>
            </a:endParaRPr>
          </a:p>
          <a:p>
            <a:pPr marL="622300">
              <a:lnSpc>
                <a:spcPts val="2470"/>
              </a:lnSpc>
            </a:pPr>
            <a:r>
              <a:rPr sz="2100" spc="-10" dirty="0">
                <a:solidFill>
                  <a:srgbClr val="FF0000"/>
                </a:solidFill>
                <a:latin typeface="Comic Sans MS"/>
                <a:cs typeface="Comic Sans MS"/>
              </a:rPr>
              <a:t>&lt;/ol&gt;</a:t>
            </a:r>
            <a:endParaRPr sz="21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44539" y="907542"/>
            <a:ext cx="3118485" cy="2756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2300">
              <a:lnSpc>
                <a:spcPts val="3190"/>
              </a:lnSpc>
              <a:spcBef>
                <a:spcPts val="95"/>
              </a:spcBef>
            </a:pPr>
            <a:r>
              <a:rPr sz="2800" dirty="0">
                <a:solidFill>
                  <a:srgbClr val="0000FF"/>
                </a:solidFill>
                <a:latin typeface="Comic Sans MS"/>
                <a:cs typeface="Comic Sans MS"/>
              </a:rPr>
              <a:t>&lt;ol</a:t>
            </a:r>
            <a:r>
              <a:rPr sz="2800" spc="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omic Sans MS"/>
                <a:cs typeface="Comic Sans MS"/>
              </a:rPr>
              <a:t>type="i"&gt;</a:t>
            </a:r>
            <a:endParaRPr sz="2800">
              <a:latin typeface="Comic Sans MS"/>
              <a:cs typeface="Comic Sans MS"/>
            </a:endParaRPr>
          </a:p>
          <a:p>
            <a:pPr marL="835660">
              <a:lnSpc>
                <a:spcPts val="3025"/>
              </a:lnSpc>
            </a:pPr>
            <a:r>
              <a:rPr sz="2800" spc="-10" dirty="0">
                <a:solidFill>
                  <a:srgbClr val="0000FF"/>
                </a:solidFill>
                <a:latin typeface="Comic Sans MS"/>
                <a:cs typeface="Comic Sans MS"/>
              </a:rPr>
              <a:t>&lt;li&gt;Coffee&lt;/li&gt;</a:t>
            </a:r>
            <a:endParaRPr sz="2800">
              <a:latin typeface="Comic Sans MS"/>
              <a:cs typeface="Comic Sans MS"/>
            </a:endParaRPr>
          </a:p>
          <a:p>
            <a:pPr marL="835660">
              <a:lnSpc>
                <a:spcPts val="3025"/>
              </a:lnSpc>
            </a:pPr>
            <a:r>
              <a:rPr sz="2800" spc="-10" dirty="0">
                <a:solidFill>
                  <a:srgbClr val="0000FF"/>
                </a:solidFill>
                <a:latin typeface="Comic Sans MS"/>
                <a:cs typeface="Comic Sans MS"/>
              </a:rPr>
              <a:t>&lt;li&gt;Tea&lt;/li&gt;</a:t>
            </a:r>
            <a:endParaRPr sz="2800">
              <a:latin typeface="Comic Sans MS"/>
              <a:cs typeface="Comic Sans MS"/>
            </a:endParaRPr>
          </a:p>
          <a:p>
            <a:pPr marL="835660">
              <a:lnSpc>
                <a:spcPts val="3025"/>
              </a:lnSpc>
            </a:pPr>
            <a:r>
              <a:rPr sz="2800" spc="-10" dirty="0">
                <a:solidFill>
                  <a:srgbClr val="0000FF"/>
                </a:solidFill>
                <a:latin typeface="Comic Sans MS"/>
                <a:cs typeface="Comic Sans MS"/>
              </a:rPr>
              <a:t>&lt;li&gt;Milk&lt;/li&gt;</a:t>
            </a:r>
            <a:endParaRPr sz="2800">
              <a:latin typeface="Comic Sans MS"/>
              <a:cs typeface="Comic Sans MS"/>
            </a:endParaRPr>
          </a:p>
          <a:p>
            <a:pPr marR="1751964" algn="r">
              <a:lnSpc>
                <a:spcPts val="3025"/>
              </a:lnSpc>
            </a:pPr>
            <a:r>
              <a:rPr sz="2800" spc="-10" dirty="0">
                <a:solidFill>
                  <a:srgbClr val="0000FF"/>
                </a:solidFill>
                <a:latin typeface="Comic Sans MS"/>
                <a:cs typeface="Comic Sans MS"/>
              </a:rPr>
              <a:t>&lt;/ol&gt;</a:t>
            </a:r>
            <a:endParaRPr sz="2800">
              <a:latin typeface="Comic Sans MS"/>
              <a:cs typeface="Comic Sans MS"/>
            </a:endParaRPr>
          </a:p>
          <a:p>
            <a:pPr marR="1853564" algn="r">
              <a:lnSpc>
                <a:spcPts val="3025"/>
              </a:lnSpc>
            </a:pPr>
            <a:r>
              <a:rPr sz="2800" spc="-10" dirty="0">
                <a:latin typeface="Comic Sans MS"/>
                <a:cs typeface="Comic Sans MS"/>
              </a:rPr>
              <a:t>&lt;/body&gt;</a:t>
            </a:r>
            <a:endParaRPr sz="2800">
              <a:latin typeface="Comic Sans MS"/>
              <a:cs typeface="Comic Sans MS"/>
            </a:endParaRPr>
          </a:p>
          <a:p>
            <a:pPr marL="12700">
              <a:lnSpc>
                <a:spcPts val="3195"/>
              </a:lnSpc>
            </a:pPr>
            <a:r>
              <a:rPr sz="2800" spc="-10" dirty="0">
                <a:latin typeface="Comic Sans MS"/>
                <a:cs typeface="Comic Sans MS"/>
              </a:rPr>
              <a:t>&lt;/html&gt;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40785" y="86055"/>
            <a:ext cx="2665095" cy="5543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50" b="1" dirty="0">
                <a:latin typeface="Comic Sans MS"/>
                <a:cs typeface="Comic Sans MS"/>
              </a:rPr>
              <a:t>Ordered</a:t>
            </a:r>
            <a:r>
              <a:rPr sz="3450" b="1" spc="-60" dirty="0">
                <a:latin typeface="Comic Sans MS"/>
                <a:cs typeface="Comic Sans MS"/>
              </a:rPr>
              <a:t> </a:t>
            </a:r>
            <a:r>
              <a:rPr sz="3450" b="1" spc="-20" dirty="0">
                <a:latin typeface="Comic Sans MS"/>
                <a:cs typeface="Comic Sans MS"/>
              </a:rPr>
              <a:t>list</a:t>
            </a:r>
            <a:endParaRPr sz="34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411" y="64007"/>
            <a:ext cx="8750300" cy="6121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360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Comic Sans MS"/>
                <a:cs typeface="Comic Sans MS"/>
              </a:rPr>
              <a:t>Nested</a:t>
            </a:r>
            <a:r>
              <a:rPr sz="4000" b="1" spc="-155" dirty="0">
                <a:latin typeface="Comic Sans MS"/>
                <a:cs typeface="Comic Sans MS"/>
              </a:rPr>
              <a:t> </a:t>
            </a:r>
            <a:r>
              <a:rPr sz="4000" b="1" spc="-20" dirty="0">
                <a:latin typeface="Comic Sans MS"/>
                <a:cs typeface="Comic Sans MS"/>
              </a:rPr>
              <a:t>list</a:t>
            </a:r>
            <a:endParaRPr sz="40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4030" marR="5080" indent="-457200">
              <a:lnSpc>
                <a:spcPct val="150000"/>
              </a:lnSpc>
              <a:spcBef>
                <a:spcPts val="100"/>
              </a:spcBef>
              <a:buSzPct val="64285"/>
              <a:buChar char="●"/>
              <a:tabLst>
                <a:tab pos="494030" algn="l"/>
              </a:tabLst>
            </a:pPr>
            <a:r>
              <a:rPr dirty="0">
                <a:solidFill>
                  <a:srgbClr val="000000"/>
                </a:solidFill>
              </a:rPr>
              <a:t>Lists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may</a:t>
            </a:r>
            <a:r>
              <a:rPr spc="-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be</a:t>
            </a:r>
            <a:r>
              <a:rPr spc="-9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nested</a:t>
            </a:r>
            <a:r>
              <a:rPr spc="-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spc="-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represent</a:t>
            </a:r>
            <a:r>
              <a:rPr spc="-7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hierarchical</a:t>
            </a:r>
            <a:r>
              <a:rPr spc="-8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relationships</a:t>
            </a:r>
            <a:r>
              <a:rPr dirty="0">
                <a:solidFill>
                  <a:srgbClr val="000000"/>
                </a:solidFill>
              </a:rPr>
              <a:t>,</a:t>
            </a:r>
            <a:r>
              <a:rPr spc="-55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as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spc="-6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/>
              <a:t>multilevel</a:t>
            </a:r>
            <a:r>
              <a:rPr spc="-50" dirty="0"/>
              <a:t> </a:t>
            </a:r>
            <a:r>
              <a:rPr spc="-10" dirty="0"/>
              <a:t>outline</a:t>
            </a:r>
          </a:p>
          <a:p>
            <a:pPr marL="494030" marR="977265" indent="-457200">
              <a:lnSpc>
                <a:spcPct val="150000"/>
              </a:lnSpc>
              <a:buSzPct val="64285"/>
              <a:buChar char="●"/>
              <a:tabLst>
                <a:tab pos="494030" algn="l"/>
              </a:tabLst>
            </a:pPr>
            <a:r>
              <a:rPr dirty="0">
                <a:solidFill>
                  <a:srgbClr val="000000"/>
                </a:solidFill>
              </a:rPr>
              <a:t>A</a:t>
            </a:r>
            <a:r>
              <a:rPr spc="-5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nested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list</a:t>
            </a:r>
            <a:r>
              <a:rPr spc="-5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is</a:t>
            </a:r>
            <a:r>
              <a:rPr spc="-5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simply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spc="-5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list</a:t>
            </a:r>
            <a:r>
              <a:rPr spc="-5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that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occurs</a:t>
            </a:r>
            <a:r>
              <a:rPr spc="-6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as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an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element</a:t>
            </a:r>
            <a:r>
              <a:rPr spc="-55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FF0000"/>
                </a:solidFill>
              </a:rPr>
              <a:t>of </a:t>
            </a:r>
            <a:r>
              <a:rPr dirty="0">
                <a:solidFill>
                  <a:srgbClr val="FF0000"/>
                </a:solidFill>
              </a:rPr>
              <a:t>another</a:t>
            </a:r>
            <a:r>
              <a:rPr spc="-90" dirty="0">
                <a:solidFill>
                  <a:srgbClr val="FF0000"/>
                </a:solidFill>
              </a:rPr>
              <a:t> </a:t>
            </a:r>
            <a:r>
              <a:rPr spc="-20" dirty="0">
                <a:solidFill>
                  <a:srgbClr val="FF0000"/>
                </a:solidFill>
              </a:rPr>
              <a:t>list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3756" y="320420"/>
            <a:ext cx="3955415" cy="61798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060"/>
              </a:lnSpc>
              <a:spcBef>
                <a:spcPts val="110"/>
              </a:spcBef>
            </a:pPr>
            <a:r>
              <a:rPr sz="1750" dirty="0">
                <a:latin typeface="Comic Sans MS"/>
                <a:cs typeface="Comic Sans MS"/>
              </a:rPr>
              <a:t>&lt;!DOCTYPE</a:t>
            </a:r>
            <a:r>
              <a:rPr sz="1750" spc="15" dirty="0">
                <a:latin typeface="Comic Sans MS"/>
                <a:cs typeface="Comic Sans MS"/>
              </a:rPr>
              <a:t> </a:t>
            </a:r>
            <a:r>
              <a:rPr sz="1750" spc="-10" dirty="0">
                <a:latin typeface="Comic Sans MS"/>
                <a:cs typeface="Comic Sans MS"/>
              </a:rPr>
              <a:t>html&gt;</a:t>
            </a:r>
            <a:endParaRPr sz="1750">
              <a:latin typeface="Comic Sans MS"/>
              <a:cs typeface="Comic Sans MS"/>
            </a:endParaRPr>
          </a:p>
          <a:p>
            <a:pPr marL="79375">
              <a:lnSpc>
                <a:spcPts val="2020"/>
              </a:lnSpc>
            </a:pPr>
            <a:r>
              <a:rPr sz="1750" spc="-10" dirty="0">
                <a:latin typeface="Comic Sans MS"/>
                <a:cs typeface="Comic Sans MS"/>
              </a:rPr>
              <a:t>&lt;html&gt;</a:t>
            </a:r>
            <a:endParaRPr sz="1750">
              <a:latin typeface="Comic Sans MS"/>
              <a:cs typeface="Comic Sans MS"/>
            </a:endParaRPr>
          </a:p>
          <a:p>
            <a:pPr marL="12700">
              <a:lnSpc>
                <a:spcPts val="2020"/>
              </a:lnSpc>
            </a:pPr>
            <a:r>
              <a:rPr sz="1750" spc="-10" dirty="0">
                <a:latin typeface="Comic Sans MS"/>
                <a:cs typeface="Comic Sans MS"/>
              </a:rPr>
              <a:t>&lt;head&gt;</a:t>
            </a:r>
            <a:endParaRPr sz="1750">
              <a:latin typeface="Comic Sans MS"/>
              <a:cs typeface="Comic Sans MS"/>
            </a:endParaRPr>
          </a:p>
          <a:p>
            <a:pPr marL="622300">
              <a:lnSpc>
                <a:spcPts val="2010"/>
              </a:lnSpc>
            </a:pPr>
            <a:r>
              <a:rPr sz="1750" dirty="0">
                <a:latin typeface="Comic Sans MS"/>
                <a:cs typeface="Comic Sans MS"/>
              </a:rPr>
              <a:t>&lt;meta</a:t>
            </a:r>
            <a:r>
              <a:rPr sz="1750" spc="25" dirty="0">
                <a:latin typeface="Comic Sans MS"/>
                <a:cs typeface="Comic Sans MS"/>
              </a:rPr>
              <a:t> </a:t>
            </a:r>
            <a:r>
              <a:rPr sz="1750" dirty="0">
                <a:latin typeface="Comic Sans MS"/>
                <a:cs typeface="Comic Sans MS"/>
              </a:rPr>
              <a:t>charset</a:t>
            </a:r>
            <a:r>
              <a:rPr sz="1750" spc="10" dirty="0">
                <a:latin typeface="Comic Sans MS"/>
                <a:cs typeface="Comic Sans MS"/>
              </a:rPr>
              <a:t> </a:t>
            </a:r>
            <a:r>
              <a:rPr sz="1750" dirty="0">
                <a:latin typeface="Comic Sans MS"/>
                <a:cs typeface="Comic Sans MS"/>
              </a:rPr>
              <a:t>=</a:t>
            </a:r>
            <a:r>
              <a:rPr sz="1750" spc="20" dirty="0">
                <a:latin typeface="Comic Sans MS"/>
                <a:cs typeface="Comic Sans MS"/>
              </a:rPr>
              <a:t> </a:t>
            </a:r>
            <a:r>
              <a:rPr sz="1750" spc="-10" dirty="0">
                <a:latin typeface="Comic Sans MS"/>
                <a:cs typeface="Comic Sans MS"/>
              </a:rPr>
              <a:t>"utf-</a:t>
            </a:r>
            <a:r>
              <a:rPr sz="1750" spc="-25" dirty="0">
                <a:latin typeface="Comic Sans MS"/>
                <a:cs typeface="Comic Sans MS"/>
              </a:rPr>
              <a:t>8"&gt;</a:t>
            </a:r>
            <a:endParaRPr sz="1750">
              <a:latin typeface="Comic Sans MS"/>
              <a:cs typeface="Comic Sans MS"/>
            </a:endParaRPr>
          </a:p>
          <a:p>
            <a:pPr marL="622300">
              <a:lnSpc>
                <a:spcPts val="2010"/>
              </a:lnSpc>
            </a:pPr>
            <a:r>
              <a:rPr sz="1750" dirty="0">
                <a:latin typeface="Comic Sans MS"/>
                <a:cs typeface="Comic Sans MS"/>
              </a:rPr>
              <a:t>&lt;title&gt;nested</a:t>
            </a:r>
            <a:r>
              <a:rPr sz="1750" spc="40" dirty="0">
                <a:latin typeface="Comic Sans MS"/>
                <a:cs typeface="Comic Sans MS"/>
              </a:rPr>
              <a:t> </a:t>
            </a:r>
            <a:r>
              <a:rPr sz="1750" spc="-10" dirty="0">
                <a:latin typeface="Comic Sans MS"/>
                <a:cs typeface="Comic Sans MS"/>
              </a:rPr>
              <a:t>list&lt;/title&gt;</a:t>
            </a:r>
            <a:endParaRPr sz="1750">
              <a:latin typeface="Comic Sans MS"/>
              <a:cs typeface="Comic Sans MS"/>
            </a:endParaRPr>
          </a:p>
          <a:p>
            <a:pPr marL="12700">
              <a:lnSpc>
                <a:spcPts val="2014"/>
              </a:lnSpc>
            </a:pPr>
            <a:r>
              <a:rPr sz="1750" spc="-10" dirty="0">
                <a:latin typeface="Comic Sans MS"/>
                <a:cs typeface="Comic Sans MS"/>
              </a:rPr>
              <a:t>&lt;/head&gt;</a:t>
            </a:r>
            <a:endParaRPr sz="1750">
              <a:latin typeface="Comic Sans MS"/>
              <a:cs typeface="Comic Sans MS"/>
            </a:endParaRPr>
          </a:p>
          <a:p>
            <a:pPr marL="12700">
              <a:lnSpc>
                <a:spcPts val="2014"/>
              </a:lnSpc>
            </a:pPr>
            <a:r>
              <a:rPr sz="1750" spc="-10" dirty="0">
                <a:latin typeface="Comic Sans MS"/>
                <a:cs typeface="Comic Sans MS"/>
              </a:rPr>
              <a:t>&lt;body&gt;</a:t>
            </a:r>
            <a:endParaRPr sz="1750">
              <a:latin typeface="Comic Sans MS"/>
              <a:cs typeface="Comic Sans MS"/>
            </a:endParaRPr>
          </a:p>
          <a:p>
            <a:pPr marL="622300">
              <a:lnSpc>
                <a:spcPts val="2014"/>
              </a:lnSpc>
            </a:pPr>
            <a:r>
              <a:rPr sz="1750" dirty="0">
                <a:latin typeface="Comic Sans MS"/>
                <a:cs typeface="Comic Sans MS"/>
              </a:rPr>
              <a:t>&lt;h1&gt;</a:t>
            </a:r>
            <a:r>
              <a:rPr sz="1750" spc="-5" dirty="0">
                <a:latin typeface="Comic Sans MS"/>
                <a:cs typeface="Comic Sans MS"/>
              </a:rPr>
              <a:t> </a:t>
            </a:r>
            <a:r>
              <a:rPr sz="1750" dirty="0">
                <a:latin typeface="Comic Sans MS"/>
                <a:cs typeface="Comic Sans MS"/>
              </a:rPr>
              <a:t>My favorite</a:t>
            </a:r>
            <a:r>
              <a:rPr sz="1750" spc="25" dirty="0">
                <a:latin typeface="Comic Sans MS"/>
                <a:cs typeface="Comic Sans MS"/>
              </a:rPr>
              <a:t> </a:t>
            </a:r>
            <a:r>
              <a:rPr sz="1750" dirty="0">
                <a:latin typeface="Comic Sans MS"/>
                <a:cs typeface="Comic Sans MS"/>
              </a:rPr>
              <a:t>items </a:t>
            </a:r>
            <a:r>
              <a:rPr sz="1750" spc="-10" dirty="0">
                <a:latin typeface="Comic Sans MS"/>
                <a:cs typeface="Comic Sans MS"/>
              </a:rPr>
              <a:t>&lt;/h1&gt;</a:t>
            </a:r>
            <a:endParaRPr sz="1750">
              <a:latin typeface="Comic Sans MS"/>
              <a:cs typeface="Comic Sans MS"/>
            </a:endParaRPr>
          </a:p>
          <a:p>
            <a:pPr marL="622300">
              <a:lnSpc>
                <a:spcPts val="2014"/>
              </a:lnSpc>
            </a:pPr>
            <a:r>
              <a:rPr sz="1750" spc="-20" dirty="0">
                <a:latin typeface="Comic Sans MS"/>
                <a:cs typeface="Comic Sans MS"/>
              </a:rPr>
              <a:t>&lt;ol&gt;</a:t>
            </a:r>
            <a:endParaRPr sz="1750">
              <a:latin typeface="Comic Sans MS"/>
              <a:cs typeface="Comic Sans MS"/>
            </a:endParaRPr>
          </a:p>
          <a:p>
            <a:pPr marL="1231900">
              <a:lnSpc>
                <a:spcPts val="2014"/>
              </a:lnSpc>
            </a:pPr>
            <a:r>
              <a:rPr sz="1750" dirty="0">
                <a:solidFill>
                  <a:srgbClr val="FF0000"/>
                </a:solidFill>
                <a:latin typeface="Comic Sans MS"/>
                <a:cs typeface="Comic Sans MS"/>
              </a:rPr>
              <a:t>&lt;li&gt;Food</a:t>
            </a:r>
            <a:r>
              <a:rPr sz="1750" spc="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750" spc="-10" dirty="0">
                <a:solidFill>
                  <a:srgbClr val="FF0000"/>
                </a:solidFill>
                <a:latin typeface="Comic Sans MS"/>
                <a:cs typeface="Comic Sans MS"/>
              </a:rPr>
              <a:t>items</a:t>
            </a:r>
            <a:endParaRPr sz="1750">
              <a:latin typeface="Comic Sans MS"/>
              <a:cs typeface="Comic Sans MS"/>
            </a:endParaRPr>
          </a:p>
          <a:p>
            <a:pPr marL="1631314">
              <a:lnSpc>
                <a:spcPts val="2014"/>
              </a:lnSpc>
            </a:pPr>
            <a:r>
              <a:rPr sz="1750" spc="-10" dirty="0">
                <a:solidFill>
                  <a:srgbClr val="FF0000"/>
                </a:solidFill>
                <a:latin typeface="Comic Sans MS"/>
                <a:cs typeface="Comic Sans MS"/>
              </a:rPr>
              <a:t>&lt;ul&gt;&lt;li&gt;biriyani&lt;/li&gt;</a:t>
            </a:r>
            <a:endParaRPr sz="1750">
              <a:latin typeface="Comic Sans MS"/>
              <a:cs typeface="Comic Sans MS"/>
            </a:endParaRPr>
          </a:p>
          <a:p>
            <a:pPr marL="1974214">
              <a:lnSpc>
                <a:spcPts val="2010"/>
              </a:lnSpc>
            </a:pPr>
            <a:r>
              <a:rPr sz="1750" spc="-10" dirty="0">
                <a:solidFill>
                  <a:srgbClr val="FF0000"/>
                </a:solidFill>
                <a:latin typeface="Comic Sans MS"/>
                <a:cs typeface="Comic Sans MS"/>
              </a:rPr>
              <a:t>&lt;li&gt;dosai&lt;/li&gt;</a:t>
            </a:r>
            <a:endParaRPr sz="1750">
              <a:latin typeface="Comic Sans MS"/>
              <a:cs typeface="Comic Sans MS"/>
            </a:endParaRPr>
          </a:p>
          <a:p>
            <a:pPr marL="1974214">
              <a:lnSpc>
                <a:spcPts val="2010"/>
              </a:lnSpc>
            </a:pPr>
            <a:r>
              <a:rPr sz="1750" dirty="0">
                <a:solidFill>
                  <a:srgbClr val="FF0000"/>
                </a:solidFill>
                <a:latin typeface="Comic Sans MS"/>
                <a:cs typeface="Comic Sans MS"/>
              </a:rPr>
              <a:t>&lt;li&gt;chicken</a:t>
            </a:r>
            <a:r>
              <a:rPr sz="1750" spc="1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750" spc="-10" dirty="0">
                <a:solidFill>
                  <a:srgbClr val="FF0000"/>
                </a:solidFill>
                <a:latin typeface="Comic Sans MS"/>
                <a:cs typeface="Comic Sans MS"/>
              </a:rPr>
              <a:t>rice&lt;/li&gt;</a:t>
            </a:r>
            <a:endParaRPr sz="1750">
              <a:latin typeface="Comic Sans MS"/>
              <a:cs typeface="Comic Sans MS"/>
            </a:endParaRPr>
          </a:p>
          <a:p>
            <a:pPr marL="1631314">
              <a:lnSpc>
                <a:spcPts val="2014"/>
              </a:lnSpc>
            </a:pPr>
            <a:r>
              <a:rPr sz="1750" spc="-10" dirty="0">
                <a:solidFill>
                  <a:srgbClr val="FF0000"/>
                </a:solidFill>
                <a:latin typeface="Comic Sans MS"/>
                <a:cs typeface="Comic Sans MS"/>
              </a:rPr>
              <a:t>&lt;/ul&gt;</a:t>
            </a:r>
            <a:endParaRPr sz="1750">
              <a:latin typeface="Comic Sans MS"/>
              <a:cs typeface="Comic Sans MS"/>
            </a:endParaRPr>
          </a:p>
          <a:p>
            <a:pPr marL="1231900">
              <a:lnSpc>
                <a:spcPts val="2014"/>
              </a:lnSpc>
            </a:pPr>
            <a:r>
              <a:rPr sz="1750" spc="-20" dirty="0">
                <a:solidFill>
                  <a:srgbClr val="FF0000"/>
                </a:solidFill>
                <a:latin typeface="Comic Sans MS"/>
                <a:cs typeface="Comic Sans MS"/>
              </a:rPr>
              <a:t>&lt;/li&gt;</a:t>
            </a:r>
            <a:endParaRPr sz="1750">
              <a:latin typeface="Comic Sans MS"/>
              <a:cs typeface="Comic Sans MS"/>
            </a:endParaRPr>
          </a:p>
          <a:p>
            <a:pPr marL="1231900">
              <a:lnSpc>
                <a:spcPts val="2014"/>
              </a:lnSpc>
            </a:pPr>
            <a:r>
              <a:rPr sz="1750" dirty="0">
                <a:solidFill>
                  <a:srgbClr val="0000FF"/>
                </a:solidFill>
                <a:latin typeface="Comic Sans MS"/>
                <a:cs typeface="Comic Sans MS"/>
              </a:rPr>
              <a:t>&lt;li&gt;Drinking</a:t>
            </a:r>
            <a:r>
              <a:rPr sz="1750" spc="10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750" spc="-20" dirty="0">
                <a:solidFill>
                  <a:srgbClr val="0000FF"/>
                </a:solidFill>
                <a:latin typeface="Comic Sans MS"/>
                <a:cs typeface="Comic Sans MS"/>
              </a:rPr>
              <a:t>items</a:t>
            </a:r>
            <a:endParaRPr sz="1750">
              <a:latin typeface="Comic Sans MS"/>
              <a:cs typeface="Comic Sans MS"/>
            </a:endParaRPr>
          </a:p>
          <a:p>
            <a:pPr marL="1065530" algn="ctr">
              <a:lnSpc>
                <a:spcPts val="2014"/>
              </a:lnSpc>
            </a:pPr>
            <a:r>
              <a:rPr sz="1750" spc="-10" dirty="0">
                <a:solidFill>
                  <a:srgbClr val="0000FF"/>
                </a:solidFill>
                <a:latin typeface="Comic Sans MS"/>
                <a:cs typeface="Comic Sans MS"/>
              </a:rPr>
              <a:t>&lt;ul&gt;&lt;li&gt;coffee&lt;/li&gt;</a:t>
            </a:r>
            <a:endParaRPr sz="1750">
              <a:latin typeface="Comic Sans MS"/>
              <a:cs typeface="Comic Sans MS"/>
            </a:endParaRPr>
          </a:p>
          <a:p>
            <a:pPr marL="1038860" algn="ctr">
              <a:lnSpc>
                <a:spcPts val="2014"/>
              </a:lnSpc>
            </a:pPr>
            <a:r>
              <a:rPr sz="1750" spc="-10" dirty="0">
                <a:solidFill>
                  <a:srgbClr val="0000FF"/>
                </a:solidFill>
                <a:latin typeface="Comic Sans MS"/>
                <a:cs typeface="Comic Sans MS"/>
              </a:rPr>
              <a:t>&lt;li&gt;tea&lt;/li&gt;</a:t>
            </a:r>
            <a:endParaRPr sz="1750">
              <a:latin typeface="Comic Sans MS"/>
              <a:cs typeface="Comic Sans MS"/>
            </a:endParaRPr>
          </a:p>
          <a:p>
            <a:pPr marL="1115060" algn="ctr">
              <a:lnSpc>
                <a:spcPts val="2014"/>
              </a:lnSpc>
            </a:pPr>
            <a:r>
              <a:rPr sz="1750" spc="-10" dirty="0">
                <a:solidFill>
                  <a:srgbClr val="0000FF"/>
                </a:solidFill>
                <a:latin typeface="Comic Sans MS"/>
                <a:cs typeface="Comic Sans MS"/>
              </a:rPr>
              <a:t>&lt;li&gt;milk&lt;/li&gt;</a:t>
            </a:r>
            <a:endParaRPr sz="1750">
              <a:latin typeface="Comic Sans MS"/>
              <a:cs typeface="Comic Sans MS"/>
            </a:endParaRPr>
          </a:p>
          <a:p>
            <a:pPr marR="221615" algn="ctr">
              <a:lnSpc>
                <a:spcPts val="2010"/>
              </a:lnSpc>
            </a:pPr>
            <a:r>
              <a:rPr sz="1750" spc="-10" dirty="0">
                <a:solidFill>
                  <a:srgbClr val="0000FF"/>
                </a:solidFill>
                <a:latin typeface="Comic Sans MS"/>
                <a:cs typeface="Comic Sans MS"/>
              </a:rPr>
              <a:t>&lt;/ul&gt;</a:t>
            </a:r>
            <a:endParaRPr sz="1750">
              <a:latin typeface="Comic Sans MS"/>
              <a:cs typeface="Comic Sans MS"/>
            </a:endParaRPr>
          </a:p>
          <a:p>
            <a:pPr marR="1074420" algn="ctr">
              <a:lnSpc>
                <a:spcPts val="2010"/>
              </a:lnSpc>
            </a:pPr>
            <a:r>
              <a:rPr sz="1750" spc="-20" dirty="0">
                <a:solidFill>
                  <a:srgbClr val="0000FF"/>
                </a:solidFill>
                <a:latin typeface="Comic Sans MS"/>
                <a:cs typeface="Comic Sans MS"/>
              </a:rPr>
              <a:t>&lt;/li&gt;</a:t>
            </a:r>
            <a:endParaRPr sz="1750">
              <a:latin typeface="Comic Sans MS"/>
              <a:cs typeface="Comic Sans MS"/>
            </a:endParaRPr>
          </a:p>
          <a:p>
            <a:pPr marR="2238375" algn="ctr">
              <a:lnSpc>
                <a:spcPts val="2014"/>
              </a:lnSpc>
            </a:pPr>
            <a:r>
              <a:rPr sz="1750" spc="-10" dirty="0">
                <a:latin typeface="Comic Sans MS"/>
                <a:cs typeface="Comic Sans MS"/>
              </a:rPr>
              <a:t>&lt;/ol&gt;</a:t>
            </a:r>
            <a:endParaRPr sz="1750">
              <a:latin typeface="Comic Sans MS"/>
              <a:cs typeface="Comic Sans MS"/>
            </a:endParaRPr>
          </a:p>
          <a:p>
            <a:pPr marR="3139440" algn="ctr">
              <a:lnSpc>
                <a:spcPts val="2014"/>
              </a:lnSpc>
            </a:pPr>
            <a:r>
              <a:rPr sz="1750" spc="-10" dirty="0">
                <a:latin typeface="Comic Sans MS"/>
                <a:cs typeface="Comic Sans MS"/>
              </a:rPr>
              <a:t>&lt;/body&gt;</a:t>
            </a:r>
            <a:endParaRPr sz="1750">
              <a:latin typeface="Comic Sans MS"/>
              <a:cs typeface="Comic Sans MS"/>
            </a:endParaRPr>
          </a:p>
          <a:p>
            <a:pPr marR="3167380" algn="ctr">
              <a:lnSpc>
                <a:spcPts val="2060"/>
              </a:lnSpc>
            </a:pPr>
            <a:r>
              <a:rPr sz="1750" spc="-10" dirty="0">
                <a:latin typeface="Comic Sans MS"/>
                <a:cs typeface="Comic Sans MS"/>
              </a:rPr>
              <a:t>&lt;/html&gt;</a:t>
            </a:r>
            <a:endParaRPr sz="17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627" y="384047"/>
            <a:ext cx="8877300" cy="62738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967" y="209549"/>
            <a:ext cx="13843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latin typeface="Comic Sans MS"/>
                <a:cs typeface="Comic Sans MS"/>
              </a:rPr>
              <a:t>Table</a:t>
            </a:r>
            <a:endParaRPr sz="40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9559" y="1007770"/>
            <a:ext cx="10973435" cy="525716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457200" indent="-444500">
              <a:lnSpc>
                <a:spcPct val="100000"/>
              </a:lnSpc>
              <a:spcBef>
                <a:spcPts val="890"/>
              </a:spcBef>
              <a:buChar char="●"/>
              <a:tabLst>
                <a:tab pos="457200" algn="l"/>
              </a:tabLst>
            </a:pPr>
            <a:r>
              <a:rPr sz="2200" dirty="0">
                <a:latin typeface="Comic Sans MS"/>
                <a:cs typeface="Comic Sans MS"/>
              </a:rPr>
              <a:t>Tables</a:t>
            </a:r>
            <a:r>
              <a:rPr sz="2200" spc="-4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are</a:t>
            </a:r>
            <a:r>
              <a:rPr sz="2200" spc="-6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frequently</a:t>
            </a:r>
            <a:r>
              <a:rPr sz="2200" spc="-2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used</a:t>
            </a:r>
            <a:r>
              <a:rPr sz="2200" spc="-3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to</a:t>
            </a:r>
            <a:r>
              <a:rPr sz="2200" spc="-40" dirty="0"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organize</a:t>
            </a:r>
            <a:r>
              <a:rPr sz="2200" spc="-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data</a:t>
            </a:r>
            <a:r>
              <a:rPr sz="2200" spc="-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into</a:t>
            </a:r>
            <a:r>
              <a:rPr sz="2200" spc="-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rows</a:t>
            </a:r>
            <a:r>
              <a:rPr sz="2200" spc="-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and</a:t>
            </a:r>
            <a:r>
              <a:rPr sz="2200" spc="-5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omic Sans MS"/>
                <a:cs typeface="Comic Sans MS"/>
              </a:rPr>
              <a:t>columns.</a:t>
            </a:r>
            <a:endParaRPr sz="2200">
              <a:latin typeface="Comic Sans MS"/>
              <a:cs typeface="Comic Sans MS"/>
            </a:endParaRPr>
          </a:p>
          <a:p>
            <a:pPr marL="457200" indent="-444500">
              <a:lnSpc>
                <a:spcPct val="100000"/>
              </a:lnSpc>
              <a:spcBef>
                <a:spcPts val="795"/>
              </a:spcBef>
              <a:buChar char="●"/>
              <a:tabLst>
                <a:tab pos="457200" algn="l"/>
              </a:tabLst>
            </a:pPr>
            <a:r>
              <a:rPr sz="2200" dirty="0">
                <a:latin typeface="Comic Sans MS"/>
                <a:cs typeface="Comic Sans MS"/>
              </a:rPr>
              <a:t>Tables</a:t>
            </a:r>
            <a:r>
              <a:rPr sz="2200" spc="-3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are</a:t>
            </a:r>
            <a:r>
              <a:rPr sz="2200" spc="-4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defined</a:t>
            </a:r>
            <a:r>
              <a:rPr sz="2200" spc="-4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with</a:t>
            </a:r>
            <a:r>
              <a:rPr sz="2200" spc="-2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the</a:t>
            </a:r>
            <a:r>
              <a:rPr sz="2200" spc="-20" dirty="0"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table</a:t>
            </a:r>
            <a:r>
              <a:rPr sz="2200" spc="-5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omic Sans MS"/>
                <a:cs typeface="Comic Sans MS"/>
              </a:rPr>
              <a:t>element</a:t>
            </a:r>
            <a:endParaRPr sz="2200">
              <a:latin typeface="Comic Sans MS"/>
              <a:cs typeface="Comic Sans MS"/>
            </a:endParaRPr>
          </a:p>
          <a:p>
            <a:pPr marL="457200" indent="-444500">
              <a:lnSpc>
                <a:spcPct val="100000"/>
              </a:lnSpc>
              <a:spcBef>
                <a:spcPts val="790"/>
              </a:spcBef>
              <a:buChar char="●"/>
              <a:tabLst>
                <a:tab pos="457200" algn="l"/>
              </a:tabLst>
            </a:pPr>
            <a:r>
              <a:rPr sz="2200" dirty="0">
                <a:latin typeface="Comic Sans MS"/>
                <a:cs typeface="Comic Sans MS"/>
              </a:rPr>
              <a:t>The</a:t>
            </a:r>
            <a:r>
              <a:rPr sz="2200" spc="-50" dirty="0"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caption</a:t>
            </a:r>
            <a:r>
              <a:rPr sz="2200" spc="-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element</a:t>
            </a:r>
            <a:r>
              <a:rPr sz="2200" spc="-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specifies</a:t>
            </a:r>
            <a:r>
              <a:rPr sz="2200" spc="-6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a</a:t>
            </a:r>
            <a:r>
              <a:rPr sz="2200" spc="-5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table’s</a:t>
            </a:r>
            <a:r>
              <a:rPr sz="2200" spc="-50" dirty="0">
                <a:latin typeface="Comic Sans MS"/>
                <a:cs typeface="Comic Sans MS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title</a:t>
            </a:r>
            <a:endParaRPr sz="2200">
              <a:latin typeface="Comic Sans MS"/>
              <a:cs typeface="Comic Sans MS"/>
            </a:endParaRPr>
          </a:p>
          <a:p>
            <a:pPr marL="457200" indent="-444500">
              <a:lnSpc>
                <a:spcPct val="100000"/>
              </a:lnSpc>
              <a:spcBef>
                <a:spcPts val="790"/>
              </a:spcBef>
              <a:buChar char="●"/>
              <a:tabLst>
                <a:tab pos="457200" algn="l"/>
              </a:tabLst>
            </a:pPr>
            <a:r>
              <a:rPr sz="2200" dirty="0">
                <a:latin typeface="Comic Sans MS"/>
                <a:cs typeface="Comic Sans MS"/>
              </a:rPr>
              <a:t>A</a:t>
            </a:r>
            <a:r>
              <a:rPr sz="2200" spc="-2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table</a:t>
            </a:r>
            <a:r>
              <a:rPr sz="2200" spc="-5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has</a:t>
            </a:r>
            <a:r>
              <a:rPr sz="2200" spc="-2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hree</a:t>
            </a:r>
            <a:r>
              <a:rPr sz="2200" spc="-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distinct</a:t>
            </a:r>
            <a:r>
              <a:rPr sz="2200" spc="-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omic Sans MS"/>
                <a:cs typeface="Comic Sans MS"/>
              </a:rPr>
              <a:t>sections</a:t>
            </a:r>
            <a:r>
              <a:rPr sz="2200" spc="-10" dirty="0">
                <a:latin typeface="Comic Sans MS"/>
                <a:cs typeface="Comic Sans MS"/>
              </a:rPr>
              <a:t>—</a:t>
            </a:r>
            <a:r>
              <a:rPr sz="2200" dirty="0">
                <a:latin typeface="Comic Sans MS"/>
                <a:cs typeface="Comic Sans MS"/>
              </a:rPr>
              <a:t>head,</a:t>
            </a:r>
            <a:r>
              <a:rPr sz="2200" spc="-1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body</a:t>
            </a:r>
            <a:r>
              <a:rPr sz="2200" spc="-2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and</a:t>
            </a:r>
            <a:r>
              <a:rPr sz="2200" spc="-40" dirty="0">
                <a:latin typeface="Comic Sans MS"/>
                <a:cs typeface="Comic Sans MS"/>
              </a:rPr>
              <a:t> </a:t>
            </a:r>
            <a:r>
              <a:rPr sz="2200" spc="-20" dirty="0">
                <a:latin typeface="Comic Sans MS"/>
                <a:cs typeface="Comic Sans MS"/>
              </a:rPr>
              <a:t>foot</a:t>
            </a:r>
            <a:endParaRPr sz="2200">
              <a:latin typeface="Comic Sans MS"/>
              <a:cs typeface="Comic Sans MS"/>
            </a:endParaRPr>
          </a:p>
          <a:p>
            <a:pPr marL="457200" marR="1109345" indent="-445134">
              <a:lnSpc>
                <a:spcPct val="130000"/>
              </a:lnSpc>
              <a:spcBef>
                <a:spcPts val="5"/>
              </a:spcBef>
              <a:buChar char="●"/>
              <a:tabLst>
                <a:tab pos="457200" algn="l"/>
              </a:tabLst>
            </a:pPr>
            <a:r>
              <a:rPr sz="2200" dirty="0">
                <a:latin typeface="Comic Sans MS"/>
                <a:cs typeface="Comic Sans MS"/>
              </a:rPr>
              <a:t>The</a:t>
            </a:r>
            <a:r>
              <a:rPr sz="2200" spc="-5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head</a:t>
            </a:r>
            <a:r>
              <a:rPr sz="2200" spc="-5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section</a:t>
            </a:r>
            <a:r>
              <a:rPr sz="2200" spc="-3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is</a:t>
            </a:r>
            <a:r>
              <a:rPr sz="2200" spc="-5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defined</a:t>
            </a:r>
            <a:r>
              <a:rPr sz="2200" spc="-6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with</a:t>
            </a:r>
            <a:r>
              <a:rPr sz="2200" spc="-4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a</a:t>
            </a:r>
            <a:r>
              <a:rPr sz="2200" spc="-25" dirty="0"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thead</a:t>
            </a:r>
            <a:r>
              <a:rPr sz="2200" spc="-5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element</a:t>
            </a:r>
            <a:r>
              <a:rPr sz="2200" spc="-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which</a:t>
            </a:r>
            <a:r>
              <a:rPr sz="2200" spc="-4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contains</a:t>
            </a:r>
            <a:r>
              <a:rPr sz="2200" spc="-45" dirty="0">
                <a:latin typeface="Comic Sans MS"/>
                <a:cs typeface="Comic Sans MS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header </a:t>
            </a:r>
            <a:r>
              <a:rPr sz="2200" dirty="0">
                <a:latin typeface="Comic Sans MS"/>
                <a:cs typeface="Comic Sans MS"/>
              </a:rPr>
              <a:t>information</a:t>
            </a:r>
            <a:r>
              <a:rPr sz="2200" spc="-4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such</a:t>
            </a:r>
            <a:r>
              <a:rPr sz="2200" spc="-5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as</a:t>
            </a:r>
            <a:r>
              <a:rPr sz="2200" spc="-7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column</a:t>
            </a:r>
            <a:r>
              <a:rPr sz="2200" spc="-55" dirty="0">
                <a:latin typeface="Comic Sans MS"/>
                <a:cs typeface="Comic Sans MS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names.</a:t>
            </a:r>
            <a:endParaRPr sz="2200">
              <a:latin typeface="Comic Sans MS"/>
              <a:cs typeface="Comic Sans MS"/>
            </a:endParaRPr>
          </a:p>
          <a:p>
            <a:pPr marL="457200" indent="-444500">
              <a:lnSpc>
                <a:spcPct val="100000"/>
              </a:lnSpc>
              <a:spcBef>
                <a:spcPts val="790"/>
              </a:spcBef>
              <a:buChar char="●"/>
              <a:tabLst>
                <a:tab pos="457200" algn="l"/>
              </a:tabLst>
            </a:pPr>
            <a:r>
              <a:rPr sz="2200" dirty="0">
                <a:latin typeface="Comic Sans MS"/>
                <a:cs typeface="Comic Sans MS"/>
              </a:rPr>
              <a:t>Each</a:t>
            </a:r>
            <a:r>
              <a:rPr sz="2200" spc="-35" dirty="0"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tr</a:t>
            </a:r>
            <a:r>
              <a:rPr sz="2200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element</a:t>
            </a:r>
            <a:r>
              <a:rPr sz="2200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defines</a:t>
            </a:r>
            <a:r>
              <a:rPr sz="2200" spc="-4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an</a:t>
            </a:r>
            <a:r>
              <a:rPr sz="2200" spc="-5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individual</a:t>
            </a:r>
            <a:r>
              <a:rPr sz="2200" spc="-3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table</a:t>
            </a:r>
            <a:r>
              <a:rPr sz="2200" spc="-5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row.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th</a:t>
            </a:r>
            <a:r>
              <a:rPr sz="2200" spc="-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(table</a:t>
            </a:r>
            <a:r>
              <a:rPr sz="2200" spc="-50" dirty="0">
                <a:latin typeface="Comic Sans MS"/>
                <a:cs typeface="Comic Sans MS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heading)</a:t>
            </a:r>
            <a:endParaRPr sz="2200">
              <a:latin typeface="Comic Sans MS"/>
              <a:cs typeface="Comic Sans MS"/>
            </a:endParaRPr>
          </a:p>
          <a:p>
            <a:pPr marL="457200" indent="-444500">
              <a:lnSpc>
                <a:spcPct val="100000"/>
              </a:lnSpc>
              <a:spcBef>
                <a:spcPts val="795"/>
              </a:spcBef>
              <a:buChar char="●"/>
              <a:tabLst>
                <a:tab pos="457200" algn="l"/>
              </a:tabLst>
            </a:pPr>
            <a:r>
              <a:rPr sz="2200" dirty="0">
                <a:latin typeface="Comic Sans MS"/>
                <a:cs typeface="Comic Sans MS"/>
              </a:rPr>
              <a:t>Each</a:t>
            </a:r>
            <a:r>
              <a:rPr sz="2200" spc="-30" dirty="0"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td</a:t>
            </a:r>
            <a:r>
              <a:rPr sz="2200" spc="-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element</a:t>
            </a:r>
            <a:r>
              <a:rPr sz="2200" spc="-1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defines</a:t>
            </a:r>
            <a:r>
              <a:rPr sz="2200" spc="-3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an</a:t>
            </a:r>
            <a:r>
              <a:rPr sz="2200" spc="-3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individual</a:t>
            </a:r>
            <a:r>
              <a:rPr sz="2200" spc="-2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table</a:t>
            </a:r>
            <a:r>
              <a:rPr sz="2200" spc="-35" dirty="0">
                <a:latin typeface="Comic Sans MS"/>
                <a:cs typeface="Comic Sans MS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data(column).</a:t>
            </a:r>
            <a:endParaRPr sz="2200">
              <a:latin typeface="Comic Sans MS"/>
              <a:cs typeface="Comic Sans MS"/>
            </a:endParaRPr>
          </a:p>
          <a:p>
            <a:pPr marL="457200" indent="-444500">
              <a:lnSpc>
                <a:spcPct val="100000"/>
              </a:lnSpc>
              <a:spcBef>
                <a:spcPts val="795"/>
              </a:spcBef>
              <a:buChar char="●"/>
              <a:tabLst>
                <a:tab pos="457200" algn="l"/>
              </a:tabLst>
            </a:pPr>
            <a:r>
              <a:rPr sz="2200" dirty="0">
                <a:latin typeface="Comic Sans MS"/>
                <a:cs typeface="Comic Sans MS"/>
              </a:rPr>
              <a:t>The</a:t>
            </a:r>
            <a:r>
              <a:rPr sz="2200" spc="-4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body</a:t>
            </a:r>
            <a:r>
              <a:rPr sz="2200" spc="-3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section,</a:t>
            </a:r>
            <a:r>
              <a:rPr sz="2200" spc="-2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or</a:t>
            </a:r>
            <a:r>
              <a:rPr sz="2200" spc="-4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table</a:t>
            </a:r>
            <a:r>
              <a:rPr sz="2200" spc="-5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body,</a:t>
            </a:r>
            <a:r>
              <a:rPr sz="2200" spc="-2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contains</a:t>
            </a:r>
            <a:r>
              <a:rPr sz="2200" spc="-4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the</a:t>
            </a:r>
            <a:r>
              <a:rPr sz="2200" spc="-4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table’s</a:t>
            </a:r>
            <a:r>
              <a:rPr sz="2200" spc="-4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primary</a:t>
            </a:r>
            <a:r>
              <a:rPr sz="2200" spc="-3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data</a:t>
            </a:r>
            <a:r>
              <a:rPr sz="2200" spc="-4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is</a:t>
            </a:r>
            <a:r>
              <a:rPr sz="2200" spc="-4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defined</a:t>
            </a:r>
            <a:r>
              <a:rPr sz="2200" spc="-5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in</a:t>
            </a:r>
            <a:r>
              <a:rPr sz="2200" spc="-50" dirty="0">
                <a:latin typeface="Comic Sans MS"/>
                <a:cs typeface="Comic Sans MS"/>
              </a:rPr>
              <a:t> a</a:t>
            </a:r>
            <a:endParaRPr sz="2200">
              <a:latin typeface="Comic Sans MS"/>
              <a:cs typeface="Comic Sans MS"/>
            </a:endParaRPr>
          </a:p>
          <a:p>
            <a:pPr marL="457200">
              <a:lnSpc>
                <a:spcPct val="100000"/>
              </a:lnSpc>
              <a:spcBef>
                <a:spcPts val="790"/>
              </a:spcBef>
            </a:pP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tbody</a:t>
            </a:r>
            <a:r>
              <a:rPr sz="2200" spc="-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omic Sans MS"/>
                <a:cs typeface="Comic Sans MS"/>
              </a:rPr>
              <a:t>element.</a:t>
            </a:r>
            <a:endParaRPr sz="2200">
              <a:latin typeface="Comic Sans MS"/>
              <a:cs typeface="Comic Sans MS"/>
            </a:endParaRPr>
          </a:p>
          <a:p>
            <a:pPr marL="457200" indent="-444500">
              <a:lnSpc>
                <a:spcPct val="100000"/>
              </a:lnSpc>
              <a:spcBef>
                <a:spcPts val="790"/>
              </a:spcBef>
              <a:buChar char="●"/>
              <a:tabLst>
                <a:tab pos="457200" algn="l"/>
              </a:tabLst>
            </a:pPr>
            <a:r>
              <a:rPr sz="2200" dirty="0">
                <a:latin typeface="Comic Sans MS"/>
                <a:cs typeface="Comic Sans MS"/>
              </a:rPr>
              <a:t>The</a:t>
            </a:r>
            <a:r>
              <a:rPr sz="2200" spc="-4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tfoot</a:t>
            </a:r>
            <a:r>
              <a:rPr sz="2200" spc="-2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section</a:t>
            </a:r>
            <a:r>
              <a:rPr sz="2200" spc="-2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is</a:t>
            </a:r>
            <a:r>
              <a:rPr sz="2200" spc="-4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defined</a:t>
            </a:r>
            <a:r>
              <a:rPr sz="2200" spc="-4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with</a:t>
            </a:r>
            <a:r>
              <a:rPr sz="2200" spc="-3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a</a:t>
            </a:r>
            <a:r>
              <a:rPr sz="2200" spc="-30" dirty="0"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tfoot</a:t>
            </a:r>
            <a:r>
              <a:rPr sz="2200" spc="-1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(table</a:t>
            </a:r>
            <a:r>
              <a:rPr sz="2200" spc="-6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foot)</a:t>
            </a:r>
            <a:r>
              <a:rPr sz="2200" spc="-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element</a:t>
            </a:r>
            <a:r>
              <a:rPr sz="2200" dirty="0">
                <a:latin typeface="Comic Sans MS"/>
                <a:cs typeface="Comic Sans MS"/>
              </a:rPr>
              <a:t>.</a:t>
            </a:r>
            <a:r>
              <a:rPr sz="2200" spc="-3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The</a:t>
            </a:r>
            <a:r>
              <a:rPr sz="2200" spc="-3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text</a:t>
            </a:r>
            <a:r>
              <a:rPr sz="2200" spc="-30" dirty="0">
                <a:latin typeface="Comic Sans MS"/>
                <a:cs typeface="Comic Sans MS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placed</a:t>
            </a:r>
            <a:endParaRPr sz="2200">
              <a:latin typeface="Comic Sans MS"/>
              <a:cs typeface="Comic Sans MS"/>
            </a:endParaRPr>
          </a:p>
          <a:p>
            <a:pPr marL="457200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latin typeface="Comic Sans MS"/>
                <a:cs typeface="Comic Sans MS"/>
              </a:rPr>
              <a:t>in</a:t>
            </a:r>
            <a:r>
              <a:rPr sz="2200" spc="-7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the</a:t>
            </a:r>
            <a:r>
              <a:rPr sz="2200" spc="-6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footer</a:t>
            </a:r>
            <a:r>
              <a:rPr sz="2200" spc="-4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commonly</a:t>
            </a:r>
            <a:r>
              <a:rPr sz="2200" spc="-4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includes</a:t>
            </a:r>
            <a:r>
              <a:rPr sz="2200" spc="-5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calculation</a:t>
            </a:r>
            <a:r>
              <a:rPr sz="2200" spc="-5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results</a:t>
            </a:r>
            <a:r>
              <a:rPr sz="2200" spc="-4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and</a:t>
            </a:r>
            <a:r>
              <a:rPr sz="2200" spc="-65" dirty="0">
                <a:latin typeface="Comic Sans MS"/>
                <a:cs typeface="Comic Sans MS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footnotes.</a:t>
            </a:r>
            <a:endParaRPr sz="22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051" y="592836"/>
            <a:ext cx="11359896" cy="586355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4967" y="324103"/>
            <a:ext cx="208661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Comic Sans MS"/>
                <a:cs typeface="Comic Sans MS"/>
              </a:rPr>
              <a:t>&lt;!DOCTYPE</a:t>
            </a:r>
            <a:r>
              <a:rPr sz="2000" spc="140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html&gt;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4967" y="572515"/>
            <a:ext cx="76263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latin typeface="Comic Sans MS"/>
                <a:cs typeface="Comic Sans MS"/>
              </a:rPr>
              <a:t>&lt;html&gt;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4967" y="819403"/>
            <a:ext cx="7943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latin typeface="Comic Sans MS"/>
                <a:cs typeface="Comic Sans MS"/>
              </a:rPr>
              <a:t>&lt;head&gt;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4567" y="1067815"/>
            <a:ext cx="29794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Comic Sans MS"/>
                <a:cs typeface="Comic Sans MS"/>
              </a:rPr>
              <a:t>&lt;meta</a:t>
            </a:r>
            <a:r>
              <a:rPr sz="2000" spc="5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charset</a:t>
            </a:r>
            <a:r>
              <a:rPr sz="2000" spc="8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=</a:t>
            </a:r>
            <a:r>
              <a:rPr sz="2000" spc="4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"utf-</a:t>
            </a:r>
            <a:r>
              <a:rPr sz="2000" spc="-25" dirty="0">
                <a:latin typeface="Comic Sans MS"/>
                <a:cs typeface="Comic Sans MS"/>
              </a:rPr>
              <a:t>8"&gt;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4567" y="1315923"/>
            <a:ext cx="227711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10" dirty="0">
                <a:latin typeface="Comic Sans MS"/>
                <a:cs typeface="Comic Sans MS"/>
              </a:rPr>
              <a:t>&lt;title&gt;Table&lt;/title&gt;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4967" y="1563370"/>
            <a:ext cx="92583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latin typeface="Comic Sans MS"/>
                <a:cs typeface="Comic Sans MS"/>
              </a:rPr>
              <a:t>&lt;/head&gt;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4967" y="1811782"/>
            <a:ext cx="7943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latin typeface="Comic Sans MS"/>
                <a:cs typeface="Comic Sans MS"/>
              </a:rPr>
              <a:t>&lt;body&gt;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4567" y="2058670"/>
            <a:ext cx="268414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970000"/>
                </a:solidFill>
                <a:latin typeface="Comic Sans MS"/>
                <a:cs typeface="Comic Sans MS"/>
              </a:rPr>
              <a:t>&lt;table</a:t>
            </a:r>
            <a:r>
              <a:rPr sz="2000" b="1" spc="60" dirty="0">
                <a:solidFill>
                  <a:srgbClr val="970000"/>
                </a:solidFill>
                <a:latin typeface="Comic Sans MS"/>
                <a:cs typeface="Comic Sans MS"/>
              </a:rPr>
              <a:t> </a:t>
            </a:r>
            <a:r>
              <a:rPr sz="2000" b="1" dirty="0">
                <a:solidFill>
                  <a:srgbClr val="970000"/>
                </a:solidFill>
                <a:latin typeface="Comic Sans MS"/>
                <a:cs typeface="Comic Sans MS"/>
              </a:rPr>
              <a:t>border</a:t>
            </a:r>
            <a:r>
              <a:rPr sz="2000" b="1" spc="75" dirty="0">
                <a:solidFill>
                  <a:srgbClr val="970000"/>
                </a:solidFill>
                <a:latin typeface="Comic Sans MS"/>
                <a:cs typeface="Comic Sans MS"/>
              </a:rPr>
              <a:t> </a:t>
            </a:r>
            <a:r>
              <a:rPr sz="2000" b="1" dirty="0">
                <a:solidFill>
                  <a:srgbClr val="970000"/>
                </a:solidFill>
                <a:latin typeface="Comic Sans MS"/>
                <a:cs typeface="Comic Sans MS"/>
              </a:rPr>
              <a:t>=</a:t>
            </a:r>
            <a:r>
              <a:rPr sz="2000" b="1" spc="40" dirty="0">
                <a:solidFill>
                  <a:srgbClr val="970000"/>
                </a:solidFill>
                <a:latin typeface="Comic Sans MS"/>
                <a:cs typeface="Comic Sans MS"/>
              </a:rPr>
              <a:t> </a:t>
            </a:r>
            <a:r>
              <a:rPr sz="2000" b="1" spc="-20" dirty="0">
                <a:solidFill>
                  <a:srgbClr val="970000"/>
                </a:solidFill>
                <a:latin typeface="Comic Sans MS"/>
                <a:cs typeface="Comic Sans MS"/>
              </a:rPr>
              <a:t>"1"&gt;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4567" y="2307082"/>
            <a:ext cx="704977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solidFill>
                  <a:srgbClr val="0000FF"/>
                </a:solidFill>
                <a:latin typeface="Comic Sans MS"/>
                <a:cs typeface="Comic Sans MS"/>
              </a:rPr>
              <a:t>&lt;caption&gt;&lt;strong&gt;Table</a:t>
            </a:r>
            <a:r>
              <a:rPr sz="2000" spc="12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solidFill>
                  <a:srgbClr val="0000FF"/>
                </a:solidFill>
                <a:latin typeface="Comic Sans MS"/>
                <a:cs typeface="Comic Sans MS"/>
              </a:rPr>
              <a:t>of</a:t>
            </a:r>
            <a:r>
              <a:rPr sz="2000" spc="9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solidFill>
                  <a:srgbClr val="0000FF"/>
                </a:solidFill>
                <a:latin typeface="Comic Sans MS"/>
                <a:cs typeface="Comic Sans MS"/>
              </a:rPr>
              <a:t>Fruits</a:t>
            </a:r>
            <a:r>
              <a:rPr sz="2000" spc="114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solidFill>
                  <a:srgbClr val="0000FF"/>
                </a:solidFill>
                <a:latin typeface="Comic Sans MS"/>
                <a:cs typeface="Comic Sans MS"/>
              </a:rPr>
              <a:t>and</a:t>
            </a:r>
            <a:r>
              <a:rPr sz="2000" spc="9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solidFill>
                  <a:srgbClr val="0000FF"/>
                </a:solidFill>
                <a:latin typeface="Comic Sans MS"/>
                <a:cs typeface="Comic Sans MS"/>
              </a:rPr>
              <a:t>Their</a:t>
            </a:r>
            <a:r>
              <a:rPr sz="2000" spc="8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Comic Sans MS"/>
                <a:cs typeface="Comic Sans MS"/>
              </a:rPr>
              <a:t>Prices&lt;/strong&gt;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34567" y="2555494"/>
            <a:ext cx="121666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solidFill>
                  <a:srgbClr val="0000FF"/>
                </a:solidFill>
                <a:latin typeface="Comic Sans MS"/>
                <a:cs typeface="Comic Sans MS"/>
              </a:rPr>
              <a:t>&lt;/caption&gt;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34567" y="2802077"/>
            <a:ext cx="915669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10" dirty="0">
                <a:solidFill>
                  <a:srgbClr val="9900FF"/>
                </a:solidFill>
                <a:latin typeface="Comic Sans MS"/>
                <a:cs typeface="Comic Sans MS"/>
              </a:rPr>
              <a:t>&lt;thead&gt;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44217" y="3051175"/>
            <a:ext cx="46672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20" dirty="0">
                <a:solidFill>
                  <a:srgbClr val="9900FF"/>
                </a:solidFill>
                <a:latin typeface="Comic Sans MS"/>
                <a:cs typeface="Comic Sans MS"/>
              </a:rPr>
              <a:t>&lt;tr&gt;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44217" y="3299586"/>
            <a:ext cx="16967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solidFill>
                  <a:srgbClr val="9900FF"/>
                </a:solidFill>
                <a:latin typeface="Comic Sans MS"/>
                <a:cs typeface="Comic Sans MS"/>
              </a:rPr>
              <a:t>&lt;th&gt;Fruit&lt;/th&gt;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44217" y="3546475"/>
            <a:ext cx="169291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solidFill>
                  <a:srgbClr val="9900FF"/>
                </a:solidFill>
                <a:latin typeface="Comic Sans MS"/>
                <a:cs typeface="Comic Sans MS"/>
              </a:rPr>
              <a:t>&lt;th&gt;Price&lt;/th&gt;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44217" y="3794886"/>
            <a:ext cx="59753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solidFill>
                  <a:srgbClr val="9900FF"/>
                </a:solidFill>
                <a:latin typeface="Comic Sans MS"/>
                <a:cs typeface="Comic Sans MS"/>
              </a:rPr>
              <a:t>&lt;/tr&gt;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34567" y="4041775"/>
            <a:ext cx="104775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solidFill>
                  <a:srgbClr val="9900FF"/>
                </a:solidFill>
                <a:latin typeface="Comic Sans MS"/>
                <a:cs typeface="Comic Sans MS"/>
              </a:rPr>
              <a:t>&lt;/thead&gt;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34567" y="4290186"/>
            <a:ext cx="91630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solidFill>
                  <a:srgbClr val="FF0000"/>
                </a:solidFill>
                <a:latin typeface="Comic Sans MS"/>
                <a:cs typeface="Comic Sans MS"/>
              </a:rPr>
              <a:t>&lt;tbody&gt;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44217" y="4538294"/>
            <a:ext cx="467359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20" dirty="0">
                <a:solidFill>
                  <a:srgbClr val="FF0000"/>
                </a:solidFill>
                <a:latin typeface="Comic Sans MS"/>
                <a:cs typeface="Comic Sans MS"/>
              </a:rPr>
              <a:t>&lt;tr&gt;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44217" y="4785740"/>
            <a:ext cx="1771014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solidFill>
                  <a:srgbClr val="FF0000"/>
                </a:solidFill>
                <a:latin typeface="Comic Sans MS"/>
                <a:cs typeface="Comic Sans MS"/>
              </a:rPr>
              <a:t>&lt;td&gt;Apple&lt;/td&gt;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44217" y="5034152"/>
            <a:ext cx="1767839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solidFill>
                  <a:srgbClr val="FF0000"/>
                </a:solidFill>
                <a:latin typeface="Comic Sans MS"/>
                <a:cs typeface="Comic Sans MS"/>
              </a:rPr>
              <a:t>&lt;td&gt;$1.00&lt;/td&gt;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44217" y="5282565"/>
            <a:ext cx="59753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solidFill>
                  <a:srgbClr val="FF0000"/>
                </a:solidFill>
                <a:latin typeface="Comic Sans MS"/>
                <a:cs typeface="Comic Sans MS"/>
              </a:rPr>
              <a:t>&lt;/tr&gt;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44217" y="5529478"/>
            <a:ext cx="46672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20" dirty="0">
                <a:solidFill>
                  <a:srgbClr val="FF0000"/>
                </a:solidFill>
                <a:latin typeface="Comic Sans MS"/>
                <a:cs typeface="Comic Sans MS"/>
              </a:rPr>
              <a:t>&lt;tr&gt;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44217" y="5777890"/>
            <a:ext cx="196850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solidFill>
                  <a:srgbClr val="FF0000"/>
                </a:solidFill>
                <a:latin typeface="Comic Sans MS"/>
                <a:cs typeface="Comic Sans MS"/>
              </a:rPr>
              <a:t>&lt;td&gt;Orange&lt;/td&gt;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44217" y="6024473"/>
            <a:ext cx="1809114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10" dirty="0">
                <a:solidFill>
                  <a:srgbClr val="FF0000"/>
                </a:solidFill>
                <a:latin typeface="Comic Sans MS"/>
                <a:cs typeface="Comic Sans MS"/>
              </a:rPr>
              <a:t>&lt;td&gt;$2.00&lt;/td&gt;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44217" y="6273495"/>
            <a:ext cx="59753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solidFill>
                  <a:srgbClr val="FF0000"/>
                </a:solidFill>
                <a:latin typeface="Comic Sans MS"/>
                <a:cs typeface="Comic Sans MS"/>
              </a:rPr>
              <a:t>&lt;/tr&gt;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8440039" y="365201"/>
            <a:ext cx="519430" cy="371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50" spc="-20" dirty="0">
                <a:solidFill>
                  <a:srgbClr val="FF0000"/>
                </a:solidFill>
              </a:rPr>
              <a:t>&lt;tr&gt;</a:t>
            </a:r>
            <a:endParaRPr sz="2250"/>
          </a:p>
        </p:txBody>
      </p:sp>
      <p:sp>
        <p:nvSpPr>
          <p:cNvPr id="28" name="object 28"/>
          <p:cNvSpPr txBox="1"/>
          <p:nvPr/>
        </p:nvSpPr>
        <p:spPr>
          <a:xfrm>
            <a:off x="8440039" y="641730"/>
            <a:ext cx="2146935" cy="3714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250" spc="-10" dirty="0">
                <a:solidFill>
                  <a:srgbClr val="FF0000"/>
                </a:solidFill>
                <a:latin typeface="Comic Sans MS"/>
                <a:cs typeface="Comic Sans MS"/>
              </a:rPr>
              <a:t>&lt;td&gt;Banana&lt;/td&gt;</a:t>
            </a:r>
            <a:endParaRPr sz="2250">
              <a:latin typeface="Comic Sans MS"/>
              <a:cs typeface="Comic Sans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440039" y="919098"/>
            <a:ext cx="1972310" cy="3714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250" spc="-10" dirty="0">
                <a:solidFill>
                  <a:srgbClr val="FF0000"/>
                </a:solidFill>
                <a:latin typeface="Comic Sans MS"/>
                <a:cs typeface="Comic Sans MS"/>
              </a:rPr>
              <a:t>&lt;td&gt;$1.50&lt;/td&gt;</a:t>
            </a:r>
            <a:endParaRPr sz="2250">
              <a:latin typeface="Comic Sans MS"/>
              <a:cs typeface="Comic Sans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440039" y="1194942"/>
            <a:ext cx="2456815" cy="14046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250" spc="-10" dirty="0">
                <a:solidFill>
                  <a:srgbClr val="FF0000"/>
                </a:solidFill>
                <a:latin typeface="Comic Sans MS"/>
                <a:cs typeface="Comic Sans MS"/>
              </a:rPr>
              <a:t>&lt;/tr&gt;</a:t>
            </a:r>
            <a:endParaRPr sz="22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sz="2250" spc="-20" dirty="0">
                <a:solidFill>
                  <a:srgbClr val="FF0000"/>
                </a:solidFill>
                <a:latin typeface="Comic Sans MS"/>
                <a:cs typeface="Comic Sans MS"/>
              </a:rPr>
              <a:t>&lt;tr&gt;</a:t>
            </a:r>
            <a:endParaRPr sz="22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250" spc="-10" dirty="0">
                <a:solidFill>
                  <a:srgbClr val="FF0000"/>
                </a:solidFill>
                <a:latin typeface="Comic Sans MS"/>
                <a:cs typeface="Comic Sans MS"/>
              </a:rPr>
              <a:t>&lt;td&gt;Pineapple&lt;/td&gt;</a:t>
            </a:r>
            <a:endParaRPr sz="22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250" spc="-10" dirty="0">
                <a:solidFill>
                  <a:srgbClr val="FF0000"/>
                </a:solidFill>
                <a:latin typeface="Comic Sans MS"/>
                <a:cs typeface="Comic Sans MS"/>
              </a:rPr>
              <a:t>&lt;td&gt;$2.50&lt;/td&gt;</a:t>
            </a:r>
            <a:endParaRPr sz="2250">
              <a:latin typeface="Comic Sans MS"/>
              <a:cs typeface="Comic Sans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440039" y="2574417"/>
            <a:ext cx="666115" cy="3714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250" spc="-10" dirty="0">
                <a:solidFill>
                  <a:srgbClr val="FF0000"/>
                </a:solidFill>
                <a:latin typeface="Comic Sans MS"/>
                <a:cs typeface="Comic Sans MS"/>
              </a:rPr>
              <a:t>&lt;/tr&gt;</a:t>
            </a:r>
            <a:endParaRPr sz="2250">
              <a:latin typeface="Comic Sans MS"/>
              <a:cs typeface="Comic Sans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830439" y="2920365"/>
            <a:ext cx="1169670" cy="7156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250" spc="-10" dirty="0">
                <a:solidFill>
                  <a:srgbClr val="FF0000"/>
                </a:solidFill>
                <a:latin typeface="Comic Sans MS"/>
                <a:cs typeface="Comic Sans MS"/>
              </a:rPr>
              <a:t>&lt;/tbody&gt;</a:t>
            </a:r>
            <a:endParaRPr sz="22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250" spc="-10" dirty="0">
                <a:solidFill>
                  <a:srgbClr val="0000FF"/>
                </a:solidFill>
                <a:latin typeface="Comic Sans MS"/>
                <a:cs typeface="Comic Sans MS"/>
              </a:rPr>
              <a:t>&lt;tfoot&gt;</a:t>
            </a:r>
            <a:endParaRPr sz="2250">
              <a:latin typeface="Comic Sans MS"/>
              <a:cs typeface="Comic Sans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830439" y="3611117"/>
            <a:ext cx="2622550" cy="27901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622300">
              <a:lnSpc>
                <a:spcPct val="100000"/>
              </a:lnSpc>
              <a:spcBef>
                <a:spcPts val="114"/>
              </a:spcBef>
            </a:pPr>
            <a:r>
              <a:rPr sz="2250" spc="-20" dirty="0">
                <a:solidFill>
                  <a:srgbClr val="0000FF"/>
                </a:solidFill>
                <a:latin typeface="Comic Sans MS"/>
                <a:cs typeface="Comic Sans MS"/>
              </a:rPr>
              <a:t>&lt;tr&gt;</a:t>
            </a:r>
            <a:endParaRPr sz="225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25"/>
              </a:spcBef>
            </a:pPr>
            <a:r>
              <a:rPr sz="2250" spc="-10" dirty="0">
                <a:solidFill>
                  <a:srgbClr val="0000FF"/>
                </a:solidFill>
                <a:latin typeface="Comic Sans MS"/>
                <a:cs typeface="Comic Sans MS"/>
              </a:rPr>
              <a:t>&lt;th&gt;Total&lt;/th&gt;</a:t>
            </a:r>
            <a:endParaRPr sz="225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15"/>
              </a:spcBef>
            </a:pPr>
            <a:r>
              <a:rPr sz="2250" spc="-10" dirty="0">
                <a:solidFill>
                  <a:srgbClr val="0000FF"/>
                </a:solidFill>
                <a:latin typeface="Comic Sans MS"/>
                <a:cs typeface="Comic Sans MS"/>
              </a:rPr>
              <a:t>&lt;th&gt;$7.00&lt;/th&gt;</a:t>
            </a:r>
            <a:endParaRPr sz="225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20"/>
              </a:spcBef>
            </a:pPr>
            <a:r>
              <a:rPr sz="2250" spc="-10" dirty="0">
                <a:solidFill>
                  <a:srgbClr val="0000FF"/>
                </a:solidFill>
                <a:latin typeface="Comic Sans MS"/>
                <a:cs typeface="Comic Sans MS"/>
              </a:rPr>
              <a:t>&lt;/tr&gt;</a:t>
            </a:r>
            <a:endParaRPr sz="22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250" spc="-10" dirty="0">
                <a:solidFill>
                  <a:srgbClr val="0000FF"/>
                </a:solidFill>
                <a:latin typeface="Comic Sans MS"/>
                <a:cs typeface="Comic Sans MS"/>
              </a:rPr>
              <a:t>&lt;/tfoot&gt;</a:t>
            </a:r>
            <a:endParaRPr sz="22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250" spc="-10" dirty="0">
                <a:latin typeface="Comic Sans MS"/>
                <a:cs typeface="Comic Sans MS"/>
              </a:rPr>
              <a:t>&lt;/table&gt;</a:t>
            </a:r>
            <a:endParaRPr sz="22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250" spc="-10" dirty="0">
                <a:latin typeface="Comic Sans MS"/>
                <a:cs typeface="Comic Sans MS"/>
              </a:rPr>
              <a:t>&lt;/body&gt;</a:t>
            </a:r>
            <a:endParaRPr sz="22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250" spc="-10" dirty="0">
                <a:latin typeface="Comic Sans MS"/>
                <a:cs typeface="Comic Sans MS"/>
              </a:rPr>
              <a:t>&lt;/html&gt;</a:t>
            </a:r>
            <a:endParaRPr sz="22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051" y="260604"/>
            <a:ext cx="11266932" cy="61341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967" y="310718"/>
            <a:ext cx="95675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Comic Sans MS"/>
                <a:cs typeface="Comic Sans MS"/>
              </a:rPr>
              <a:t>Using</a:t>
            </a:r>
            <a:r>
              <a:rPr sz="4000" b="1" spc="-95" dirty="0">
                <a:latin typeface="Comic Sans MS"/>
                <a:cs typeface="Comic Sans MS"/>
              </a:rPr>
              <a:t> </a:t>
            </a:r>
            <a:r>
              <a:rPr sz="4000" b="1" dirty="0">
                <a:latin typeface="Comic Sans MS"/>
                <a:cs typeface="Comic Sans MS"/>
              </a:rPr>
              <a:t>rowspan</a:t>
            </a:r>
            <a:r>
              <a:rPr sz="4000" b="1" spc="-114" dirty="0">
                <a:latin typeface="Comic Sans MS"/>
                <a:cs typeface="Comic Sans MS"/>
              </a:rPr>
              <a:t> </a:t>
            </a:r>
            <a:r>
              <a:rPr sz="4000" b="1" dirty="0">
                <a:latin typeface="Comic Sans MS"/>
                <a:cs typeface="Comic Sans MS"/>
              </a:rPr>
              <a:t>and</a:t>
            </a:r>
            <a:r>
              <a:rPr sz="4000" b="1" spc="-114" dirty="0">
                <a:latin typeface="Comic Sans MS"/>
                <a:cs typeface="Comic Sans MS"/>
              </a:rPr>
              <a:t> </a:t>
            </a:r>
            <a:r>
              <a:rPr sz="4000" b="1" dirty="0">
                <a:latin typeface="Comic Sans MS"/>
                <a:cs typeface="Comic Sans MS"/>
              </a:rPr>
              <a:t>colspan</a:t>
            </a:r>
            <a:r>
              <a:rPr sz="4000" b="1" spc="-100" dirty="0">
                <a:latin typeface="Comic Sans MS"/>
                <a:cs typeface="Comic Sans MS"/>
              </a:rPr>
              <a:t> </a:t>
            </a:r>
            <a:r>
              <a:rPr sz="4000" b="1" dirty="0">
                <a:latin typeface="Comic Sans MS"/>
                <a:cs typeface="Comic Sans MS"/>
              </a:rPr>
              <a:t>with</a:t>
            </a:r>
            <a:r>
              <a:rPr sz="4000" b="1" spc="-125" dirty="0">
                <a:latin typeface="Comic Sans MS"/>
                <a:cs typeface="Comic Sans MS"/>
              </a:rPr>
              <a:t> </a:t>
            </a:r>
            <a:r>
              <a:rPr sz="4000" b="1" spc="-10" dirty="0">
                <a:latin typeface="Comic Sans MS"/>
                <a:cs typeface="Comic Sans MS"/>
              </a:rPr>
              <a:t>Tables</a:t>
            </a:r>
            <a:endParaRPr sz="40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4967" y="1170177"/>
            <a:ext cx="10672445" cy="2091689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151765">
              <a:lnSpc>
                <a:spcPts val="3550"/>
              </a:lnSpc>
              <a:spcBef>
                <a:spcPts val="595"/>
              </a:spcBef>
            </a:pPr>
            <a:r>
              <a:rPr sz="3250" dirty="0">
                <a:latin typeface="Comic Sans MS"/>
                <a:cs typeface="Comic Sans MS"/>
              </a:rPr>
              <a:t>The </a:t>
            </a:r>
            <a:r>
              <a:rPr sz="3300" dirty="0">
                <a:solidFill>
                  <a:srgbClr val="DC133B"/>
                </a:solidFill>
                <a:latin typeface="Comic Sans MS"/>
                <a:cs typeface="Comic Sans MS"/>
              </a:rPr>
              <a:t>rowspan</a:t>
            </a:r>
            <a:r>
              <a:rPr sz="3300" spc="-20" dirty="0">
                <a:solidFill>
                  <a:srgbClr val="DC133B"/>
                </a:solidFill>
                <a:latin typeface="Comic Sans MS"/>
                <a:cs typeface="Comic Sans MS"/>
              </a:rPr>
              <a:t> </a:t>
            </a:r>
            <a:r>
              <a:rPr sz="3250" dirty="0">
                <a:latin typeface="Comic Sans MS"/>
                <a:cs typeface="Comic Sans MS"/>
              </a:rPr>
              <a:t>attribute</a:t>
            </a:r>
            <a:r>
              <a:rPr sz="3250" spc="25" dirty="0">
                <a:latin typeface="Comic Sans MS"/>
                <a:cs typeface="Comic Sans MS"/>
              </a:rPr>
              <a:t> </a:t>
            </a:r>
            <a:r>
              <a:rPr sz="3250" dirty="0">
                <a:latin typeface="Comic Sans MS"/>
                <a:cs typeface="Comic Sans MS"/>
              </a:rPr>
              <a:t>specifies</a:t>
            </a:r>
            <a:r>
              <a:rPr sz="3250" spc="10" dirty="0">
                <a:latin typeface="Comic Sans MS"/>
                <a:cs typeface="Comic Sans MS"/>
              </a:rPr>
              <a:t> </a:t>
            </a:r>
            <a:r>
              <a:rPr sz="3250" dirty="0">
                <a:latin typeface="Comic Sans MS"/>
                <a:cs typeface="Comic Sans MS"/>
              </a:rPr>
              <a:t>the</a:t>
            </a:r>
            <a:r>
              <a:rPr sz="3250" spc="5" dirty="0">
                <a:latin typeface="Comic Sans MS"/>
                <a:cs typeface="Comic Sans MS"/>
              </a:rPr>
              <a:t> </a:t>
            </a:r>
            <a:r>
              <a:rPr sz="3250" dirty="0">
                <a:latin typeface="Comic Sans MS"/>
                <a:cs typeface="Comic Sans MS"/>
              </a:rPr>
              <a:t>number</a:t>
            </a:r>
            <a:r>
              <a:rPr sz="3250" spc="35" dirty="0">
                <a:latin typeface="Comic Sans MS"/>
                <a:cs typeface="Comic Sans MS"/>
              </a:rPr>
              <a:t> </a:t>
            </a:r>
            <a:r>
              <a:rPr sz="3250" dirty="0">
                <a:latin typeface="Comic Sans MS"/>
                <a:cs typeface="Comic Sans MS"/>
              </a:rPr>
              <a:t>of</a:t>
            </a:r>
            <a:r>
              <a:rPr sz="3250" spc="-5" dirty="0">
                <a:latin typeface="Comic Sans MS"/>
                <a:cs typeface="Comic Sans MS"/>
              </a:rPr>
              <a:t> </a:t>
            </a:r>
            <a:r>
              <a:rPr sz="3250" dirty="0">
                <a:latin typeface="Comic Sans MS"/>
                <a:cs typeface="Comic Sans MS"/>
              </a:rPr>
              <a:t>rows</a:t>
            </a:r>
            <a:r>
              <a:rPr sz="3250" spc="10" dirty="0">
                <a:latin typeface="Comic Sans MS"/>
                <a:cs typeface="Comic Sans MS"/>
              </a:rPr>
              <a:t> </a:t>
            </a:r>
            <a:r>
              <a:rPr sz="3250" spc="-50" dirty="0">
                <a:latin typeface="Comic Sans MS"/>
                <a:cs typeface="Comic Sans MS"/>
              </a:rPr>
              <a:t>a </a:t>
            </a:r>
            <a:r>
              <a:rPr sz="3250" dirty="0">
                <a:latin typeface="Comic Sans MS"/>
                <a:cs typeface="Comic Sans MS"/>
              </a:rPr>
              <a:t>cell</a:t>
            </a:r>
            <a:r>
              <a:rPr sz="3250" spc="-5" dirty="0">
                <a:latin typeface="Comic Sans MS"/>
                <a:cs typeface="Comic Sans MS"/>
              </a:rPr>
              <a:t> </a:t>
            </a:r>
            <a:r>
              <a:rPr sz="3250" dirty="0">
                <a:latin typeface="Comic Sans MS"/>
                <a:cs typeface="Comic Sans MS"/>
              </a:rPr>
              <a:t>should</a:t>
            </a:r>
            <a:r>
              <a:rPr sz="3250" spc="-5" dirty="0">
                <a:latin typeface="Comic Sans MS"/>
                <a:cs typeface="Comic Sans MS"/>
              </a:rPr>
              <a:t> </a:t>
            </a:r>
            <a:r>
              <a:rPr sz="3250" spc="-10" dirty="0">
                <a:latin typeface="Comic Sans MS"/>
                <a:cs typeface="Comic Sans MS"/>
              </a:rPr>
              <a:t>span.</a:t>
            </a:r>
            <a:endParaRPr sz="3250">
              <a:latin typeface="Comic Sans MS"/>
              <a:cs typeface="Comic Sans MS"/>
            </a:endParaRPr>
          </a:p>
          <a:p>
            <a:pPr marL="12700" marR="5080">
              <a:lnSpc>
                <a:spcPts val="3540"/>
              </a:lnSpc>
              <a:spcBef>
                <a:spcPts val="1645"/>
              </a:spcBef>
            </a:pPr>
            <a:r>
              <a:rPr sz="3250" dirty="0">
                <a:latin typeface="Comic Sans MS"/>
                <a:cs typeface="Comic Sans MS"/>
              </a:rPr>
              <a:t>The</a:t>
            </a:r>
            <a:r>
              <a:rPr sz="3250" spc="-5" dirty="0">
                <a:latin typeface="Comic Sans MS"/>
                <a:cs typeface="Comic Sans MS"/>
              </a:rPr>
              <a:t> </a:t>
            </a:r>
            <a:r>
              <a:rPr sz="3300" dirty="0">
                <a:solidFill>
                  <a:srgbClr val="DC133B"/>
                </a:solidFill>
                <a:latin typeface="Comic Sans MS"/>
                <a:cs typeface="Comic Sans MS"/>
              </a:rPr>
              <a:t>colspan</a:t>
            </a:r>
            <a:r>
              <a:rPr sz="3300" spc="-15" dirty="0">
                <a:solidFill>
                  <a:srgbClr val="DC133B"/>
                </a:solidFill>
                <a:latin typeface="Comic Sans MS"/>
                <a:cs typeface="Comic Sans MS"/>
              </a:rPr>
              <a:t> </a:t>
            </a:r>
            <a:r>
              <a:rPr sz="3250" dirty="0">
                <a:latin typeface="Comic Sans MS"/>
                <a:cs typeface="Comic Sans MS"/>
              </a:rPr>
              <a:t>attribute</a:t>
            </a:r>
            <a:r>
              <a:rPr sz="3250" spc="5" dirty="0">
                <a:latin typeface="Comic Sans MS"/>
                <a:cs typeface="Comic Sans MS"/>
              </a:rPr>
              <a:t> </a:t>
            </a:r>
            <a:r>
              <a:rPr sz="3250" dirty="0">
                <a:latin typeface="Comic Sans MS"/>
                <a:cs typeface="Comic Sans MS"/>
              </a:rPr>
              <a:t>defines</a:t>
            </a:r>
            <a:r>
              <a:rPr sz="3250" spc="5" dirty="0">
                <a:latin typeface="Comic Sans MS"/>
                <a:cs typeface="Comic Sans MS"/>
              </a:rPr>
              <a:t> </a:t>
            </a:r>
            <a:r>
              <a:rPr sz="3250" dirty="0">
                <a:latin typeface="Comic Sans MS"/>
                <a:cs typeface="Comic Sans MS"/>
              </a:rPr>
              <a:t>the</a:t>
            </a:r>
            <a:r>
              <a:rPr sz="3250" spc="-5" dirty="0">
                <a:latin typeface="Comic Sans MS"/>
                <a:cs typeface="Comic Sans MS"/>
              </a:rPr>
              <a:t> </a:t>
            </a:r>
            <a:r>
              <a:rPr sz="3250" dirty="0">
                <a:latin typeface="Comic Sans MS"/>
                <a:cs typeface="Comic Sans MS"/>
              </a:rPr>
              <a:t>number</a:t>
            </a:r>
            <a:r>
              <a:rPr sz="3250" spc="25" dirty="0">
                <a:latin typeface="Comic Sans MS"/>
                <a:cs typeface="Comic Sans MS"/>
              </a:rPr>
              <a:t> </a:t>
            </a:r>
            <a:r>
              <a:rPr sz="3250" dirty="0">
                <a:latin typeface="Comic Sans MS"/>
                <a:cs typeface="Comic Sans MS"/>
              </a:rPr>
              <a:t>of</a:t>
            </a:r>
            <a:r>
              <a:rPr sz="3250" spc="-20" dirty="0">
                <a:latin typeface="Comic Sans MS"/>
                <a:cs typeface="Comic Sans MS"/>
              </a:rPr>
              <a:t> </a:t>
            </a:r>
            <a:r>
              <a:rPr sz="3250" dirty="0">
                <a:latin typeface="Comic Sans MS"/>
                <a:cs typeface="Comic Sans MS"/>
              </a:rPr>
              <a:t>columns</a:t>
            </a:r>
            <a:r>
              <a:rPr sz="3250" spc="10" dirty="0">
                <a:latin typeface="Comic Sans MS"/>
                <a:cs typeface="Comic Sans MS"/>
              </a:rPr>
              <a:t> </a:t>
            </a:r>
            <a:r>
              <a:rPr sz="3250" spc="-50" dirty="0">
                <a:latin typeface="Comic Sans MS"/>
                <a:cs typeface="Comic Sans MS"/>
              </a:rPr>
              <a:t>a </a:t>
            </a:r>
            <a:r>
              <a:rPr sz="3250" dirty="0">
                <a:latin typeface="Comic Sans MS"/>
                <a:cs typeface="Comic Sans MS"/>
              </a:rPr>
              <a:t>cell</a:t>
            </a:r>
            <a:r>
              <a:rPr sz="3250" spc="-5" dirty="0">
                <a:latin typeface="Comic Sans MS"/>
                <a:cs typeface="Comic Sans MS"/>
              </a:rPr>
              <a:t> </a:t>
            </a:r>
            <a:r>
              <a:rPr sz="3250" dirty="0">
                <a:latin typeface="Comic Sans MS"/>
                <a:cs typeface="Comic Sans MS"/>
              </a:rPr>
              <a:t>should</a:t>
            </a:r>
            <a:r>
              <a:rPr sz="3250" spc="-5" dirty="0">
                <a:latin typeface="Comic Sans MS"/>
                <a:cs typeface="Comic Sans MS"/>
              </a:rPr>
              <a:t> </a:t>
            </a:r>
            <a:r>
              <a:rPr sz="3250" spc="-10" dirty="0">
                <a:latin typeface="Comic Sans MS"/>
                <a:cs typeface="Comic Sans MS"/>
              </a:rPr>
              <a:t>span.</a:t>
            </a:r>
            <a:endParaRPr sz="32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4967" y="278638"/>
            <a:ext cx="5309870" cy="6536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dirty="0">
                <a:latin typeface="Comic Sans MS"/>
                <a:cs typeface="Comic Sans MS"/>
              </a:rPr>
              <a:t>&lt;!DOCTYPE</a:t>
            </a:r>
            <a:r>
              <a:rPr sz="1750" spc="135" dirty="0">
                <a:latin typeface="Comic Sans MS"/>
                <a:cs typeface="Comic Sans MS"/>
              </a:rPr>
              <a:t> </a:t>
            </a:r>
            <a:r>
              <a:rPr sz="1750" spc="-10" dirty="0">
                <a:latin typeface="Comic Sans MS"/>
                <a:cs typeface="Comic Sans MS"/>
              </a:rPr>
              <a:t>html&gt;</a:t>
            </a:r>
            <a:endParaRPr sz="17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750" spc="-10" dirty="0">
                <a:latin typeface="Comic Sans MS"/>
                <a:cs typeface="Comic Sans MS"/>
              </a:rPr>
              <a:t>&lt;html&gt;</a:t>
            </a:r>
            <a:endParaRPr sz="17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750" spc="-10" dirty="0">
                <a:latin typeface="Comic Sans MS"/>
                <a:cs typeface="Comic Sans MS"/>
              </a:rPr>
              <a:t>&lt;head&gt;</a:t>
            </a:r>
            <a:endParaRPr sz="175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35"/>
              </a:spcBef>
            </a:pPr>
            <a:r>
              <a:rPr sz="1750" dirty="0">
                <a:latin typeface="Comic Sans MS"/>
                <a:cs typeface="Comic Sans MS"/>
              </a:rPr>
              <a:t>&lt;meta</a:t>
            </a:r>
            <a:r>
              <a:rPr sz="1750" spc="75" dirty="0">
                <a:latin typeface="Comic Sans MS"/>
                <a:cs typeface="Comic Sans MS"/>
              </a:rPr>
              <a:t> </a:t>
            </a:r>
            <a:r>
              <a:rPr sz="1750" dirty="0">
                <a:latin typeface="Comic Sans MS"/>
                <a:cs typeface="Comic Sans MS"/>
              </a:rPr>
              <a:t>charset</a:t>
            </a:r>
            <a:r>
              <a:rPr sz="1750" spc="60" dirty="0">
                <a:latin typeface="Comic Sans MS"/>
                <a:cs typeface="Comic Sans MS"/>
              </a:rPr>
              <a:t> </a:t>
            </a:r>
            <a:r>
              <a:rPr sz="1750" dirty="0">
                <a:latin typeface="Comic Sans MS"/>
                <a:cs typeface="Comic Sans MS"/>
              </a:rPr>
              <a:t>=</a:t>
            </a:r>
            <a:r>
              <a:rPr sz="1750" spc="65" dirty="0">
                <a:latin typeface="Comic Sans MS"/>
                <a:cs typeface="Comic Sans MS"/>
              </a:rPr>
              <a:t> </a:t>
            </a:r>
            <a:r>
              <a:rPr sz="1750" dirty="0">
                <a:latin typeface="Comic Sans MS"/>
                <a:cs typeface="Comic Sans MS"/>
              </a:rPr>
              <a:t>"utf-</a:t>
            </a:r>
            <a:r>
              <a:rPr sz="1750" spc="-25" dirty="0">
                <a:latin typeface="Comic Sans MS"/>
                <a:cs typeface="Comic Sans MS"/>
              </a:rPr>
              <a:t>8"&gt;</a:t>
            </a:r>
            <a:endParaRPr sz="175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35"/>
              </a:spcBef>
            </a:pPr>
            <a:r>
              <a:rPr sz="1750" spc="-10" dirty="0">
                <a:latin typeface="Comic Sans MS"/>
                <a:cs typeface="Comic Sans MS"/>
              </a:rPr>
              <a:t>&lt;title&gt;Table&lt;/title&gt;</a:t>
            </a:r>
            <a:endParaRPr sz="17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750" spc="-10" dirty="0">
                <a:latin typeface="Comic Sans MS"/>
                <a:cs typeface="Comic Sans MS"/>
              </a:rPr>
              <a:t>&lt;/head&gt;</a:t>
            </a:r>
            <a:endParaRPr sz="17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750" spc="-10" dirty="0">
                <a:latin typeface="Comic Sans MS"/>
                <a:cs typeface="Comic Sans MS"/>
              </a:rPr>
              <a:t>&lt;body&gt;</a:t>
            </a:r>
            <a:endParaRPr sz="175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35"/>
              </a:spcBef>
            </a:pPr>
            <a:r>
              <a:rPr sz="1750" dirty="0">
                <a:latin typeface="Comic Sans MS"/>
                <a:cs typeface="Comic Sans MS"/>
              </a:rPr>
              <a:t>&lt;table</a:t>
            </a:r>
            <a:r>
              <a:rPr sz="1750" spc="30" dirty="0">
                <a:latin typeface="Comic Sans MS"/>
                <a:cs typeface="Comic Sans MS"/>
              </a:rPr>
              <a:t> </a:t>
            </a:r>
            <a:r>
              <a:rPr sz="1750" dirty="0">
                <a:latin typeface="Comic Sans MS"/>
                <a:cs typeface="Comic Sans MS"/>
              </a:rPr>
              <a:t>border</a:t>
            </a:r>
            <a:r>
              <a:rPr sz="1750" spc="40" dirty="0">
                <a:latin typeface="Comic Sans MS"/>
                <a:cs typeface="Comic Sans MS"/>
              </a:rPr>
              <a:t> </a:t>
            </a:r>
            <a:r>
              <a:rPr sz="1750" dirty="0">
                <a:latin typeface="Comic Sans MS"/>
                <a:cs typeface="Comic Sans MS"/>
              </a:rPr>
              <a:t>=</a:t>
            </a:r>
            <a:r>
              <a:rPr sz="1750" spc="50" dirty="0">
                <a:latin typeface="Comic Sans MS"/>
                <a:cs typeface="Comic Sans MS"/>
              </a:rPr>
              <a:t> </a:t>
            </a:r>
            <a:r>
              <a:rPr sz="1750" spc="-20" dirty="0">
                <a:latin typeface="Comic Sans MS"/>
                <a:cs typeface="Comic Sans MS"/>
              </a:rPr>
              <a:t>"1"&gt;</a:t>
            </a:r>
            <a:endParaRPr sz="175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35"/>
              </a:spcBef>
            </a:pPr>
            <a:r>
              <a:rPr sz="1750" spc="-10" dirty="0">
                <a:latin typeface="Comic Sans MS"/>
                <a:cs typeface="Comic Sans MS"/>
              </a:rPr>
              <a:t>&lt;caption&gt;&lt;strong&gt;Rowspan&lt;/strong&gt;&lt;/caption&gt;</a:t>
            </a:r>
            <a:endParaRPr sz="175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0"/>
              </a:spcBef>
            </a:pPr>
            <a:r>
              <a:rPr sz="1750" spc="-10" dirty="0">
                <a:latin typeface="Comic Sans MS"/>
                <a:cs typeface="Comic Sans MS"/>
              </a:rPr>
              <a:t>&lt;tbody&gt;</a:t>
            </a:r>
            <a:endParaRPr sz="1750">
              <a:latin typeface="Comic Sans MS"/>
              <a:cs typeface="Comic Sans MS"/>
            </a:endParaRPr>
          </a:p>
          <a:p>
            <a:pPr marL="759460">
              <a:lnSpc>
                <a:spcPct val="100000"/>
              </a:lnSpc>
              <a:spcBef>
                <a:spcPts val="35"/>
              </a:spcBef>
            </a:pPr>
            <a:r>
              <a:rPr sz="1750" spc="-20" dirty="0">
                <a:solidFill>
                  <a:srgbClr val="0000FF"/>
                </a:solidFill>
                <a:latin typeface="Comic Sans MS"/>
                <a:cs typeface="Comic Sans MS"/>
              </a:rPr>
              <a:t>&lt;tr&gt;</a:t>
            </a:r>
            <a:endParaRPr sz="1750">
              <a:latin typeface="Comic Sans MS"/>
              <a:cs typeface="Comic Sans MS"/>
            </a:endParaRPr>
          </a:p>
          <a:p>
            <a:pPr marL="894715">
              <a:lnSpc>
                <a:spcPct val="100000"/>
              </a:lnSpc>
              <a:spcBef>
                <a:spcPts val="35"/>
              </a:spcBef>
            </a:pPr>
            <a:r>
              <a:rPr sz="1750" spc="-10" dirty="0">
                <a:solidFill>
                  <a:srgbClr val="0000FF"/>
                </a:solidFill>
                <a:latin typeface="Comic Sans MS"/>
                <a:cs typeface="Comic Sans MS"/>
              </a:rPr>
              <a:t>&lt;th&gt;Name:&lt;/th&gt;</a:t>
            </a:r>
            <a:endParaRPr sz="1750">
              <a:latin typeface="Comic Sans MS"/>
              <a:cs typeface="Comic Sans MS"/>
            </a:endParaRPr>
          </a:p>
          <a:p>
            <a:pPr marL="894715">
              <a:lnSpc>
                <a:spcPct val="100000"/>
              </a:lnSpc>
              <a:spcBef>
                <a:spcPts val="35"/>
              </a:spcBef>
            </a:pPr>
            <a:r>
              <a:rPr sz="1750" dirty="0">
                <a:solidFill>
                  <a:srgbClr val="0000FF"/>
                </a:solidFill>
                <a:latin typeface="Comic Sans MS"/>
                <a:cs typeface="Comic Sans MS"/>
              </a:rPr>
              <a:t>&lt;td&gt;Bill</a:t>
            </a:r>
            <a:r>
              <a:rPr sz="1750" spc="7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750" spc="-10" dirty="0">
                <a:solidFill>
                  <a:srgbClr val="0000FF"/>
                </a:solidFill>
                <a:latin typeface="Comic Sans MS"/>
                <a:cs typeface="Comic Sans MS"/>
              </a:rPr>
              <a:t>Gates&lt;/td&gt;</a:t>
            </a:r>
            <a:endParaRPr sz="1750">
              <a:latin typeface="Comic Sans MS"/>
              <a:cs typeface="Comic Sans MS"/>
            </a:endParaRPr>
          </a:p>
          <a:p>
            <a:pPr marL="759460">
              <a:lnSpc>
                <a:spcPct val="100000"/>
              </a:lnSpc>
              <a:spcBef>
                <a:spcPts val="35"/>
              </a:spcBef>
            </a:pPr>
            <a:r>
              <a:rPr sz="1750" spc="-10" dirty="0">
                <a:solidFill>
                  <a:srgbClr val="0000FF"/>
                </a:solidFill>
                <a:latin typeface="Comic Sans MS"/>
                <a:cs typeface="Comic Sans MS"/>
              </a:rPr>
              <a:t>&lt;/tr&gt;</a:t>
            </a:r>
            <a:endParaRPr sz="1750">
              <a:latin typeface="Comic Sans MS"/>
              <a:cs typeface="Comic Sans MS"/>
            </a:endParaRPr>
          </a:p>
          <a:p>
            <a:pPr marL="759460">
              <a:lnSpc>
                <a:spcPct val="100000"/>
              </a:lnSpc>
              <a:spcBef>
                <a:spcPts val="40"/>
              </a:spcBef>
            </a:pPr>
            <a:r>
              <a:rPr sz="1750" spc="-20" dirty="0">
                <a:solidFill>
                  <a:srgbClr val="FF0000"/>
                </a:solidFill>
                <a:latin typeface="Comic Sans MS"/>
                <a:cs typeface="Comic Sans MS"/>
              </a:rPr>
              <a:t>&lt;tr&gt;</a:t>
            </a:r>
            <a:endParaRPr sz="1750">
              <a:latin typeface="Comic Sans MS"/>
              <a:cs typeface="Comic Sans MS"/>
            </a:endParaRPr>
          </a:p>
          <a:p>
            <a:pPr marL="894715">
              <a:lnSpc>
                <a:spcPct val="100000"/>
              </a:lnSpc>
              <a:spcBef>
                <a:spcPts val="35"/>
              </a:spcBef>
            </a:pPr>
            <a:r>
              <a:rPr sz="1750" dirty="0">
                <a:solidFill>
                  <a:srgbClr val="FF0000"/>
                </a:solidFill>
                <a:latin typeface="Comic Sans MS"/>
                <a:cs typeface="Comic Sans MS"/>
              </a:rPr>
              <a:t>&lt;th</a:t>
            </a:r>
            <a:r>
              <a:rPr sz="1750" spc="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750" spc="-10" dirty="0">
                <a:solidFill>
                  <a:srgbClr val="FF0000"/>
                </a:solidFill>
                <a:latin typeface="Comic Sans MS"/>
                <a:cs typeface="Comic Sans MS"/>
              </a:rPr>
              <a:t>rowspan="2"&gt;Telephone:&lt;/th&gt;</a:t>
            </a:r>
            <a:endParaRPr sz="1750">
              <a:latin typeface="Comic Sans MS"/>
              <a:cs typeface="Comic Sans MS"/>
            </a:endParaRPr>
          </a:p>
          <a:p>
            <a:pPr marL="894715">
              <a:lnSpc>
                <a:spcPct val="100000"/>
              </a:lnSpc>
              <a:spcBef>
                <a:spcPts val="40"/>
              </a:spcBef>
            </a:pPr>
            <a:r>
              <a:rPr sz="1750" dirty="0">
                <a:solidFill>
                  <a:srgbClr val="FF0000"/>
                </a:solidFill>
                <a:latin typeface="Comic Sans MS"/>
                <a:cs typeface="Comic Sans MS"/>
              </a:rPr>
              <a:t>&lt;td&gt;555</a:t>
            </a:r>
            <a:r>
              <a:rPr sz="1750" spc="8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750" dirty="0">
                <a:solidFill>
                  <a:srgbClr val="FF0000"/>
                </a:solidFill>
                <a:latin typeface="Comic Sans MS"/>
                <a:cs typeface="Comic Sans MS"/>
              </a:rPr>
              <a:t>77</a:t>
            </a:r>
            <a:r>
              <a:rPr sz="1750" spc="6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750" spc="-10" dirty="0">
                <a:solidFill>
                  <a:srgbClr val="FF0000"/>
                </a:solidFill>
                <a:latin typeface="Comic Sans MS"/>
                <a:cs typeface="Comic Sans MS"/>
              </a:rPr>
              <a:t>854&lt;/td&gt;</a:t>
            </a:r>
            <a:endParaRPr sz="1750">
              <a:latin typeface="Comic Sans MS"/>
              <a:cs typeface="Comic Sans MS"/>
            </a:endParaRPr>
          </a:p>
          <a:p>
            <a:pPr marL="759460">
              <a:lnSpc>
                <a:spcPct val="100000"/>
              </a:lnSpc>
              <a:spcBef>
                <a:spcPts val="35"/>
              </a:spcBef>
            </a:pPr>
            <a:r>
              <a:rPr sz="1750" spc="-10" dirty="0">
                <a:solidFill>
                  <a:srgbClr val="FF0000"/>
                </a:solidFill>
                <a:latin typeface="Comic Sans MS"/>
                <a:cs typeface="Comic Sans MS"/>
              </a:rPr>
              <a:t>&lt;/tr&gt;</a:t>
            </a:r>
            <a:endParaRPr sz="1750">
              <a:latin typeface="Comic Sans MS"/>
              <a:cs typeface="Comic Sans MS"/>
            </a:endParaRPr>
          </a:p>
          <a:p>
            <a:pPr marL="759460">
              <a:lnSpc>
                <a:spcPct val="100000"/>
              </a:lnSpc>
              <a:spcBef>
                <a:spcPts val="35"/>
              </a:spcBef>
            </a:pPr>
            <a:r>
              <a:rPr sz="1750" spc="-20" dirty="0">
                <a:solidFill>
                  <a:srgbClr val="FF0000"/>
                </a:solidFill>
                <a:latin typeface="Comic Sans MS"/>
                <a:cs typeface="Comic Sans MS"/>
              </a:rPr>
              <a:t>&lt;tr&gt;</a:t>
            </a:r>
            <a:endParaRPr sz="1750">
              <a:latin typeface="Comic Sans MS"/>
              <a:cs typeface="Comic Sans MS"/>
            </a:endParaRPr>
          </a:p>
          <a:p>
            <a:pPr marL="894715">
              <a:lnSpc>
                <a:spcPct val="100000"/>
              </a:lnSpc>
              <a:spcBef>
                <a:spcPts val="35"/>
              </a:spcBef>
            </a:pPr>
            <a:r>
              <a:rPr sz="1750" dirty="0">
                <a:solidFill>
                  <a:srgbClr val="FF0000"/>
                </a:solidFill>
                <a:latin typeface="Comic Sans MS"/>
                <a:cs typeface="Comic Sans MS"/>
              </a:rPr>
              <a:t>&lt;td&gt;555</a:t>
            </a:r>
            <a:r>
              <a:rPr sz="1750" spc="8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750" dirty="0">
                <a:solidFill>
                  <a:srgbClr val="FF0000"/>
                </a:solidFill>
                <a:latin typeface="Comic Sans MS"/>
                <a:cs typeface="Comic Sans MS"/>
              </a:rPr>
              <a:t>77</a:t>
            </a:r>
            <a:r>
              <a:rPr sz="1750" spc="5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750" spc="-10" dirty="0">
                <a:solidFill>
                  <a:srgbClr val="FF0000"/>
                </a:solidFill>
                <a:latin typeface="Comic Sans MS"/>
                <a:cs typeface="Comic Sans MS"/>
              </a:rPr>
              <a:t>855&lt;/td&gt;</a:t>
            </a:r>
            <a:endParaRPr sz="1750">
              <a:latin typeface="Comic Sans MS"/>
              <a:cs typeface="Comic Sans MS"/>
            </a:endParaRPr>
          </a:p>
          <a:p>
            <a:pPr marL="759460">
              <a:lnSpc>
                <a:spcPct val="100000"/>
              </a:lnSpc>
              <a:spcBef>
                <a:spcPts val="40"/>
              </a:spcBef>
            </a:pPr>
            <a:r>
              <a:rPr sz="1750" spc="-10" dirty="0">
                <a:solidFill>
                  <a:srgbClr val="FF0000"/>
                </a:solidFill>
                <a:latin typeface="Comic Sans MS"/>
                <a:cs typeface="Comic Sans MS"/>
              </a:rPr>
              <a:t>&lt;/tr&gt;</a:t>
            </a:r>
            <a:endParaRPr sz="1750">
              <a:latin typeface="Comic Sans MS"/>
              <a:cs typeface="Comic Sans MS"/>
            </a:endParaRPr>
          </a:p>
          <a:p>
            <a:pPr marR="3782695" algn="r">
              <a:lnSpc>
                <a:spcPct val="100000"/>
              </a:lnSpc>
              <a:spcBef>
                <a:spcPts val="35"/>
              </a:spcBef>
            </a:pPr>
            <a:r>
              <a:rPr sz="1750" spc="-10" dirty="0">
                <a:latin typeface="Comic Sans MS"/>
                <a:cs typeface="Comic Sans MS"/>
              </a:rPr>
              <a:t>&lt;/tbody&gt;</a:t>
            </a:r>
            <a:endParaRPr sz="1750">
              <a:latin typeface="Comic Sans MS"/>
              <a:cs typeface="Comic Sans MS"/>
            </a:endParaRPr>
          </a:p>
          <a:p>
            <a:pPr marR="3850004" algn="r">
              <a:lnSpc>
                <a:spcPct val="100000"/>
              </a:lnSpc>
              <a:spcBef>
                <a:spcPts val="35"/>
              </a:spcBef>
            </a:pPr>
            <a:r>
              <a:rPr sz="1750" spc="-10" dirty="0">
                <a:latin typeface="Comic Sans MS"/>
                <a:cs typeface="Comic Sans MS"/>
              </a:rPr>
              <a:t>&lt;/table&gt;</a:t>
            </a:r>
            <a:endParaRPr sz="1750">
              <a:latin typeface="Comic Sans MS"/>
              <a:cs typeface="Comic Sans MS"/>
            </a:endParaRPr>
          </a:p>
          <a:p>
            <a:pPr marR="3740150" algn="r">
              <a:lnSpc>
                <a:spcPct val="100000"/>
              </a:lnSpc>
              <a:spcBef>
                <a:spcPts val="35"/>
              </a:spcBef>
            </a:pPr>
            <a:r>
              <a:rPr sz="1750" spc="-10" dirty="0">
                <a:latin typeface="Comic Sans MS"/>
                <a:cs typeface="Comic Sans MS"/>
              </a:rPr>
              <a:t>&lt;/body&gt;&lt;/html&gt;</a:t>
            </a:r>
            <a:endParaRPr sz="175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31155" y="354329"/>
            <a:ext cx="14281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10" dirty="0">
                <a:latin typeface="Comic Sans MS"/>
                <a:cs typeface="Comic Sans MS"/>
              </a:rPr>
              <a:t>Rowspan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1947" y="1363980"/>
            <a:ext cx="5750052" cy="444093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4967" y="443611"/>
            <a:ext cx="5970905" cy="5817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220"/>
              </a:lnSpc>
              <a:spcBef>
                <a:spcPts val="95"/>
              </a:spcBef>
            </a:pPr>
            <a:r>
              <a:rPr sz="1900" dirty="0">
                <a:latin typeface="Comic Sans MS"/>
                <a:cs typeface="Comic Sans MS"/>
              </a:rPr>
              <a:t>&lt;!DOCTYPE</a:t>
            </a:r>
            <a:r>
              <a:rPr sz="1900" spc="-90" dirty="0">
                <a:latin typeface="Comic Sans MS"/>
                <a:cs typeface="Comic Sans MS"/>
              </a:rPr>
              <a:t> </a:t>
            </a:r>
            <a:r>
              <a:rPr sz="1900" spc="-10" dirty="0">
                <a:latin typeface="Comic Sans MS"/>
                <a:cs typeface="Comic Sans MS"/>
              </a:rPr>
              <a:t>html&gt;</a:t>
            </a:r>
            <a:endParaRPr sz="1900">
              <a:latin typeface="Comic Sans MS"/>
              <a:cs typeface="Comic Sans MS"/>
            </a:endParaRPr>
          </a:p>
          <a:p>
            <a:pPr marL="12700">
              <a:lnSpc>
                <a:spcPts val="2165"/>
              </a:lnSpc>
            </a:pPr>
            <a:r>
              <a:rPr sz="1900" spc="-10" dirty="0">
                <a:latin typeface="Comic Sans MS"/>
                <a:cs typeface="Comic Sans MS"/>
              </a:rPr>
              <a:t>&lt;html&gt;</a:t>
            </a:r>
            <a:endParaRPr sz="1900">
              <a:latin typeface="Comic Sans MS"/>
              <a:cs typeface="Comic Sans MS"/>
            </a:endParaRPr>
          </a:p>
          <a:p>
            <a:pPr marL="12700">
              <a:lnSpc>
                <a:spcPts val="2165"/>
              </a:lnSpc>
            </a:pPr>
            <a:r>
              <a:rPr sz="1900" spc="-10" dirty="0">
                <a:latin typeface="Comic Sans MS"/>
                <a:cs typeface="Comic Sans MS"/>
              </a:rPr>
              <a:t>&lt;head&gt;</a:t>
            </a:r>
            <a:endParaRPr sz="1900">
              <a:latin typeface="Comic Sans MS"/>
              <a:cs typeface="Comic Sans MS"/>
            </a:endParaRPr>
          </a:p>
          <a:p>
            <a:pPr marL="622300">
              <a:lnSpc>
                <a:spcPts val="2165"/>
              </a:lnSpc>
            </a:pPr>
            <a:r>
              <a:rPr sz="1900" dirty="0">
                <a:latin typeface="Comic Sans MS"/>
                <a:cs typeface="Comic Sans MS"/>
              </a:rPr>
              <a:t>&lt;meta</a:t>
            </a:r>
            <a:r>
              <a:rPr sz="1900" spc="-2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charset</a:t>
            </a:r>
            <a:r>
              <a:rPr sz="1900" spc="-2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=</a:t>
            </a:r>
            <a:r>
              <a:rPr sz="1900" spc="-35" dirty="0">
                <a:latin typeface="Comic Sans MS"/>
                <a:cs typeface="Comic Sans MS"/>
              </a:rPr>
              <a:t> </a:t>
            </a:r>
            <a:r>
              <a:rPr sz="1900" spc="-20" dirty="0">
                <a:latin typeface="Comic Sans MS"/>
                <a:cs typeface="Comic Sans MS"/>
              </a:rPr>
              <a:t>"utf-</a:t>
            </a:r>
            <a:r>
              <a:rPr sz="1900" spc="-25" dirty="0">
                <a:latin typeface="Comic Sans MS"/>
                <a:cs typeface="Comic Sans MS"/>
              </a:rPr>
              <a:t>8"&gt;</a:t>
            </a:r>
            <a:endParaRPr sz="1900">
              <a:latin typeface="Comic Sans MS"/>
              <a:cs typeface="Comic Sans MS"/>
            </a:endParaRPr>
          </a:p>
          <a:p>
            <a:pPr marL="622300">
              <a:lnSpc>
                <a:spcPts val="2165"/>
              </a:lnSpc>
            </a:pPr>
            <a:r>
              <a:rPr sz="1900" spc="-10" dirty="0">
                <a:latin typeface="Comic Sans MS"/>
                <a:cs typeface="Comic Sans MS"/>
              </a:rPr>
              <a:t>&lt;title&gt;Table&lt;/title&gt;</a:t>
            </a:r>
            <a:endParaRPr sz="1900">
              <a:latin typeface="Comic Sans MS"/>
              <a:cs typeface="Comic Sans MS"/>
            </a:endParaRPr>
          </a:p>
          <a:p>
            <a:pPr marL="12700">
              <a:lnSpc>
                <a:spcPts val="2165"/>
              </a:lnSpc>
            </a:pPr>
            <a:r>
              <a:rPr sz="1900" spc="-10" dirty="0">
                <a:latin typeface="Comic Sans MS"/>
                <a:cs typeface="Comic Sans MS"/>
              </a:rPr>
              <a:t>&lt;/head&gt;</a:t>
            </a:r>
            <a:endParaRPr sz="1900">
              <a:latin typeface="Comic Sans MS"/>
              <a:cs typeface="Comic Sans MS"/>
            </a:endParaRPr>
          </a:p>
          <a:p>
            <a:pPr marL="12700">
              <a:lnSpc>
                <a:spcPts val="2170"/>
              </a:lnSpc>
            </a:pPr>
            <a:r>
              <a:rPr sz="1900" spc="-10" dirty="0">
                <a:latin typeface="Comic Sans MS"/>
                <a:cs typeface="Comic Sans MS"/>
              </a:rPr>
              <a:t>&lt;body&gt;</a:t>
            </a:r>
            <a:endParaRPr sz="1900">
              <a:latin typeface="Comic Sans MS"/>
              <a:cs typeface="Comic Sans MS"/>
            </a:endParaRPr>
          </a:p>
          <a:p>
            <a:pPr marL="622300">
              <a:lnSpc>
                <a:spcPts val="2170"/>
              </a:lnSpc>
            </a:pPr>
            <a:r>
              <a:rPr sz="1900" dirty="0">
                <a:latin typeface="Comic Sans MS"/>
                <a:cs typeface="Comic Sans MS"/>
              </a:rPr>
              <a:t>&lt;table</a:t>
            </a:r>
            <a:r>
              <a:rPr sz="1900" spc="-4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border</a:t>
            </a:r>
            <a:r>
              <a:rPr sz="1900" spc="-5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=</a:t>
            </a:r>
            <a:r>
              <a:rPr sz="1900" spc="-55" dirty="0">
                <a:latin typeface="Comic Sans MS"/>
                <a:cs typeface="Comic Sans MS"/>
              </a:rPr>
              <a:t> </a:t>
            </a:r>
            <a:r>
              <a:rPr sz="1900" spc="-20" dirty="0">
                <a:latin typeface="Comic Sans MS"/>
                <a:cs typeface="Comic Sans MS"/>
              </a:rPr>
              <a:t>"1"&gt;</a:t>
            </a:r>
            <a:endParaRPr sz="1900">
              <a:latin typeface="Comic Sans MS"/>
              <a:cs typeface="Comic Sans MS"/>
            </a:endParaRPr>
          </a:p>
          <a:p>
            <a:pPr marL="622300">
              <a:lnSpc>
                <a:spcPts val="2165"/>
              </a:lnSpc>
            </a:pPr>
            <a:r>
              <a:rPr sz="1900" spc="-10" dirty="0">
                <a:latin typeface="Comic Sans MS"/>
                <a:cs typeface="Comic Sans MS"/>
              </a:rPr>
              <a:t>&lt;caption&gt;&lt;strong&gt;Columnspan&lt;/strong&gt;&lt;/caption&gt;</a:t>
            </a:r>
            <a:endParaRPr sz="1900">
              <a:latin typeface="Comic Sans MS"/>
              <a:cs typeface="Comic Sans MS"/>
            </a:endParaRPr>
          </a:p>
          <a:p>
            <a:pPr marL="622300">
              <a:lnSpc>
                <a:spcPts val="2165"/>
              </a:lnSpc>
            </a:pPr>
            <a:r>
              <a:rPr sz="1900" spc="-20" dirty="0">
                <a:solidFill>
                  <a:srgbClr val="FF0000"/>
                </a:solidFill>
                <a:latin typeface="Comic Sans MS"/>
                <a:cs typeface="Comic Sans MS"/>
              </a:rPr>
              <a:t>&lt;tr&gt;</a:t>
            </a:r>
            <a:endParaRPr sz="1900">
              <a:latin typeface="Comic Sans MS"/>
              <a:cs typeface="Comic Sans MS"/>
            </a:endParaRPr>
          </a:p>
          <a:p>
            <a:pPr marL="906780">
              <a:lnSpc>
                <a:spcPts val="2165"/>
              </a:lnSpc>
            </a:pPr>
            <a:r>
              <a:rPr sz="1900" spc="-10" dirty="0">
                <a:solidFill>
                  <a:srgbClr val="FF0000"/>
                </a:solidFill>
                <a:latin typeface="Comic Sans MS"/>
                <a:cs typeface="Comic Sans MS"/>
              </a:rPr>
              <a:t>&lt;th&gt;Name&lt;/th&gt;</a:t>
            </a:r>
            <a:endParaRPr sz="1900">
              <a:latin typeface="Comic Sans MS"/>
              <a:cs typeface="Comic Sans MS"/>
            </a:endParaRPr>
          </a:p>
          <a:p>
            <a:pPr marL="906780">
              <a:lnSpc>
                <a:spcPts val="2165"/>
              </a:lnSpc>
            </a:pP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&lt;th</a:t>
            </a:r>
            <a:r>
              <a:rPr sz="1900" spc="-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omic Sans MS"/>
                <a:cs typeface="Comic Sans MS"/>
              </a:rPr>
              <a:t>colspan="2"&gt;Telephone&lt;/th&gt;</a:t>
            </a:r>
            <a:endParaRPr sz="1900">
              <a:latin typeface="Comic Sans MS"/>
              <a:cs typeface="Comic Sans MS"/>
            </a:endParaRPr>
          </a:p>
          <a:p>
            <a:pPr marL="765175">
              <a:lnSpc>
                <a:spcPts val="2165"/>
              </a:lnSpc>
            </a:pPr>
            <a:r>
              <a:rPr sz="1900" spc="-10" dirty="0">
                <a:solidFill>
                  <a:srgbClr val="FF0000"/>
                </a:solidFill>
                <a:latin typeface="Comic Sans MS"/>
                <a:cs typeface="Comic Sans MS"/>
              </a:rPr>
              <a:t>&lt;/tr&gt;</a:t>
            </a:r>
            <a:endParaRPr sz="1900">
              <a:latin typeface="Comic Sans MS"/>
              <a:cs typeface="Comic Sans MS"/>
            </a:endParaRPr>
          </a:p>
          <a:p>
            <a:pPr marL="765175">
              <a:lnSpc>
                <a:spcPts val="2165"/>
              </a:lnSpc>
            </a:pPr>
            <a:r>
              <a:rPr sz="1900" spc="-20" dirty="0">
                <a:solidFill>
                  <a:srgbClr val="0000FF"/>
                </a:solidFill>
                <a:latin typeface="Comic Sans MS"/>
                <a:cs typeface="Comic Sans MS"/>
              </a:rPr>
              <a:t>&lt;tr&gt;</a:t>
            </a:r>
            <a:endParaRPr sz="1900">
              <a:latin typeface="Comic Sans MS"/>
              <a:cs typeface="Comic Sans MS"/>
            </a:endParaRPr>
          </a:p>
          <a:p>
            <a:pPr marL="906780">
              <a:lnSpc>
                <a:spcPts val="2165"/>
              </a:lnSpc>
            </a:pPr>
            <a:r>
              <a:rPr sz="1900" dirty="0">
                <a:solidFill>
                  <a:srgbClr val="0000FF"/>
                </a:solidFill>
                <a:latin typeface="Comic Sans MS"/>
                <a:cs typeface="Comic Sans MS"/>
              </a:rPr>
              <a:t>&lt;td&gt;Bill</a:t>
            </a:r>
            <a:r>
              <a:rPr sz="1900" spc="-8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0000FF"/>
                </a:solidFill>
                <a:latin typeface="Comic Sans MS"/>
                <a:cs typeface="Comic Sans MS"/>
              </a:rPr>
              <a:t>Gates&lt;/td&gt;</a:t>
            </a:r>
            <a:endParaRPr sz="1900">
              <a:latin typeface="Comic Sans MS"/>
              <a:cs typeface="Comic Sans MS"/>
            </a:endParaRPr>
          </a:p>
          <a:p>
            <a:pPr marL="906780">
              <a:lnSpc>
                <a:spcPts val="2165"/>
              </a:lnSpc>
            </a:pPr>
            <a:r>
              <a:rPr sz="1900" dirty="0">
                <a:solidFill>
                  <a:srgbClr val="0000FF"/>
                </a:solidFill>
                <a:latin typeface="Comic Sans MS"/>
                <a:cs typeface="Comic Sans MS"/>
              </a:rPr>
              <a:t>&lt;td&gt;555</a:t>
            </a:r>
            <a:r>
              <a:rPr sz="1900" spc="-3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0000FF"/>
                </a:solidFill>
                <a:latin typeface="Comic Sans MS"/>
                <a:cs typeface="Comic Sans MS"/>
              </a:rPr>
              <a:t>77</a:t>
            </a:r>
            <a:r>
              <a:rPr sz="1900" spc="-7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0000FF"/>
                </a:solidFill>
                <a:latin typeface="Comic Sans MS"/>
                <a:cs typeface="Comic Sans MS"/>
              </a:rPr>
              <a:t>854&lt;/td&gt;</a:t>
            </a:r>
            <a:endParaRPr sz="1900">
              <a:latin typeface="Comic Sans MS"/>
              <a:cs typeface="Comic Sans MS"/>
            </a:endParaRPr>
          </a:p>
          <a:p>
            <a:pPr marL="906780">
              <a:lnSpc>
                <a:spcPts val="2165"/>
              </a:lnSpc>
            </a:pPr>
            <a:r>
              <a:rPr sz="1900" dirty="0">
                <a:solidFill>
                  <a:srgbClr val="0000FF"/>
                </a:solidFill>
                <a:latin typeface="Comic Sans MS"/>
                <a:cs typeface="Comic Sans MS"/>
              </a:rPr>
              <a:t>&lt;td&gt;555</a:t>
            </a:r>
            <a:r>
              <a:rPr sz="1900" spc="-3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0000FF"/>
                </a:solidFill>
                <a:latin typeface="Comic Sans MS"/>
                <a:cs typeface="Comic Sans MS"/>
              </a:rPr>
              <a:t>77</a:t>
            </a:r>
            <a:r>
              <a:rPr sz="1900" spc="-7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0000FF"/>
                </a:solidFill>
                <a:latin typeface="Comic Sans MS"/>
                <a:cs typeface="Comic Sans MS"/>
              </a:rPr>
              <a:t>855&lt;/td&gt;</a:t>
            </a:r>
            <a:endParaRPr sz="1900">
              <a:latin typeface="Comic Sans MS"/>
              <a:cs typeface="Comic Sans MS"/>
            </a:endParaRPr>
          </a:p>
          <a:p>
            <a:pPr marL="765175">
              <a:lnSpc>
                <a:spcPts val="2165"/>
              </a:lnSpc>
            </a:pPr>
            <a:r>
              <a:rPr sz="1900" spc="-10" dirty="0">
                <a:solidFill>
                  <a:srgbClr val="0000FF"/>
                </a:solidFill>
                <a:latin typeface="Comic Sans MS"/>
                <a:cs typeface="Comic Sans MS"/>
              </a:rPr>
              <a:t>&lt;/tr&gt;</a:t>
            </a:r>
            <a:endParaRPr sz="1900">
              <a:latin typeface="Comic Sans MS"/>
              <a:cs typeface="Comic Sans MS"/>
            </a:endParaRPr>
          </a:p>
          <a:p>
            <a:pPr marL="622300">
              <a:lnSpc>
                <a:spcPts val="2165"/>
              </a:lnSpc>
            </a:pPr>
            <a:r>
              <a:rPr sz="1900" spc="-10" dirty="0">
                <a:latin typeface="Comic Sans MS"/>
                <a:cs typeface="Comic Sans MS"/>
              </a:rPr>
              <a:t>&lt;/table&gt;</a:t>
            </a:r>
            <a:endParaRPr sz="1900">
              <a:latin typeface="Comic Sans MS"/>
              <a:cs typeface="Comic Sans MS"/>
            </a:endParaRPr>
          </a:p>
          <a:p>
            <a:pPr marL="12700">
              <a:lnSpc>
                <a:spcPts val="2165"/>
              </a:lnSpc>
            </a:pPr>
            <a:r>
              <a:rPr sz="1900" spc="-10" dirty="0">
                <a:latin typeface="Comic Sans MS"/>
                <a:cs typeface="Comic Sans MS"/>
              </a:rPr>
              <a:t>&lt;/body&gt;</a:t>
            </a:r>
            <a:endParaRPr sz="1900">
              <a:latin typeface="Comic Sans MS"/>
              <a:cs typeface="Comic Sans MS"/>
            </a:endParaRPr>
          </a:p>
          <a:p>
            <a:pPr marL="12700">
              <a:lnSpc>
                <a:spcPts val="2225"/>
              </a:lnSpc>
            </a:pPr>
            <a:r>
              <a:rPr sz="1900" spc="-10" dirty="0">
                <a:latin typeface="Comic Sans MS"/>
                <a:cs typeface="Comic Sans MS"/>
              </a:rPr>
              <a:t>&lt;/html&gt;</a:t>
            </a:r>
            <a:endParaRPr sz="1900">
              <a:latin typeface="Comic Sans MS"/>
              <a:cs typeface="Comic Sans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26807" y="1210055"/>
            <a:ext cx="4549140" cy="441502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792726" y="559053"/>
            <a:ext cx="22802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latin typeface="Comic Sans MS"/>
                <a:cs typeface="Comic Sans MS"/>
              </a:rPr>
              <a:t>ColumnSpan</a:t>
            </a:r>
            <a:endParaRPr sz="32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4967" y="298196"/>
            <a:ext cx="5701665" cy="6289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220"/>
              </a:lnSpc>
              <a:spcBef>
                <a:spcPts val="95"/>
              </a:spcBef>
            </a:pPr>
            <a:r>
              <a:rPr sz="1950" dirty="0">
                <a:latin typeface="Comic Sans MS"/>
                <a:cs typeface="Comic Sans MS"/>
              </a:rPr>
              <a:t>&lt;!DOCTYPE</a:t>
            </a:r>
            <a:r>
              <a:rPr sz="1950" spc="-90" dirty="0">
                <a:latin typeface="Comic Sans MS"/>
                <a:cs typeface="Comic Sans MS"/>
              </a:rPr>
              <a:t> </a:t>
            </a:r>
            <a:r>
              <a:rPr sz="1950" spc="-10" dirty="0">
                <a:latin typeface="Comic Sans MS"/>
                <a:cs typeface="Comic Sans MS"/>
              </a:rPr>
              <a:t>html&gt;</a:t>
            </a:r>
            <a:endParaRPr sz="1950">
              <a:latin typeface="Comic Sans MS"/>
              <a:cs typeface="Comic Sans MS"/>
            </a:endParaRPr>
          </a:p>
          <a:p>
            <a:pPr marL="12700">
              <a:lnSpc>
                <a:spcPts val="2100"/>
              </a:lnSpc>
            </a:pPr>
            <a:r>
              <a:rPr sz="1950" spc="-10" dirty="0">
                <a:latin typeface="Comic Sans MS"/>
                <a:cs typeface="Comic Sans MS"/>
              </a:rPr>
              <a:t>&lt;html&gt;</a:t>
            </a:r>
            <a:endParaRPr sz="1950">
              <a:latin typeface="Comic Sans MS"/>
              <a:cs typeface="Comic Sans MS"/>
            </a:endParaRPr>
          </a:p>
          <a:p>
            <a:pPr marL="12700">
              <a:lnSpc>
                <a:spcPts val="2100"/>
              </a:lnSpc>
            </a:pPr>
            <a:r>
              <a:rPr sz="1950" spc="-10" dirty="0">
                <a:latin typeface="Comic Sans MS"/>
                <a:cs typeface="Comic Sans MS"/>
              </a:rPr>
              <a:t>&lt;head&gt;</a:t>
            </a:r>
            <a:endParaRPr sz="1950">
              <a:latin typeface="Comic Sans MS"/>
              <a:cs typeface="Comic Sans MS"/>
            </a:endParaRPr>
          </a:p>
          <a:p>
            <a:pPr marL="622300">
              <a:lnSpc>
                <a:spcPts val="2105"/>
              </a:lnSpc>
            </a:pPr>
            <a:r>
              <a:rPr sz="1950" dirty="0">
                <a:latin typeface="Comic Sans MS"/>
                <a:cs typeface="Comic Sans MS"/>
              </a:rPr>
              <a:t>&lt;meta</a:t>
            </a:r>
            <a:r>
              <a:rPr sz="1950" spc="-30" dirty="0">
                <a:latin typeface="Comic Sans MS"/>
                <a:cs typeface="Comic Sans MS"/>
              </a:rPr>
              <a:t> </a:t>
            </a:r>
            <a:r>
              <a:rPr sz="1950" dirty="0">
                <a:latin typeface="Comic Sans MS"/>
                <a:cs typeface="Comic Sans MS"/>
              </a:rPr>
              <a:t>charset</a:t>
            </a:r>
            <a:r>
              <a:rPr sz="1950" spc="-5" dirty="0">
                <a:latin typeface="Comic Sans MS"/>
                <a:cs typeface="Comic Sans MS"/>
              </a:rPr>
              <a:t> </a:t>
            </a:r>
            <a:r>
              <a:rPr sz="1950" dirty="0">
                <a:latin typeface="Comic Sans MS"/>
                <a:cs typeface="Comic Sans MS"/>
              </a:rPr>
              <a:t>=</a:t>
            </a:r>
            <a:r>
              <a:rPr sz="1950" spc="-20" dirty="0">
                <a:latin typeface="Comic Sans MS"/>
                <a:cs typeface="Comic Sans MS"/>
              </a:rPr>
              <a:t> </a:t>
            </a:r>
            <a:r>
              <a:rPr sz="1950" spc="-25" dirty="0">
                <a:latin typeface="Comic Sans MS"/>
                <a:cs typeface="Comic Sans MS"/>
              </a:rPr>
              <a:t>"utf-8"&gt;</a:t>
            </a:r>
            <a:endParaRPr sz="1950">
              <a:latin typeface="Comic Sans MS"/>
              <a:cs typeface="Comic Sans MS"/>
            </a:endParaRPr>
          </a:p>
          <a:p>
            <a:pPr marL="622300">
              <a:lnSpc>
                <a:spcPts val="2105"/>
              </a:lnSpc>
            </a:pPr>
            <a:r>
              <a:rPr sz="1950" dirty="0">
                <a:latin typeface="Comic Sans MS"/>
                <a:cs typeface="Comic Sans MS"/>
              </a:rPr>
              <a:t>&lt;title&gt;Table</a:t>
            </a:r>
            <a:r>
              <a:rPr sz="1950" spc="-75" dirty="0">
                <a:latin typeface="Comic Sans MS"/>
                <a:cs typeface="Comic Sans MS"/>
              </a:rPr>
              <a:t> </a:t>
            </a:r>
            <a:r>
              <a:rPr sz="1950" dirty="0">
                <a:latin typeface="Comic Sans MS"/>
                <a:cs typeface="Comic Sans MS"/>
              </a:rPr>
              <a:t>rowspan</a:t>
            </a:r>
            <a:r>
              <a:rPr sz="1950" spc="-65" dirty="0">
                <a:latin typeface="Comic Sans MS"/>
                <a:cs typeface="Comic Sans MS"/>
              </a:rPr>
              <a:t> </a:t>
            </a:r>
            <a:r>
              <a:rPr sz="1950" dirty="0">
                <a:latin typeface="Comic Sans MS"/>
                <a:cs typeface="Comic Sans MS"/>
              </a:rPr>
              <a:t>and</a:t>
            </a:r>
            <a:r>
              <a:rPr sz="1950" spc="-65" dirty="0">
                <a:latin typeface="Comic Sans MS"/>
                <a:cs typeface="Comic Sans MS"/>
              </a:rPr>
              <a:t> </a:t>
            </a:r>
            <a:r>
              <a:rPr sz="1950" dirty="0">
                <a:latin typeface="Comic Sans MS"/>
                <a:cs typeface="Comic Sans MS"/>
              </a:rPr>
              <a:t>column</a:t>
            </a:r>
            <a:r>
              <a:rPr sz="1950" spc="-60" dirty="0">
                <a:latin typeface="Comic Sans MS"/>
                <a:cs typeface="Comic Sans MS"/>
              </a:rPr>
              <a:t> </a:t>
            </a:r>
            <a:r>
              <a:rPr sz="1950" spc="-10" dirty="0">
                <a:latin typeface="Comic Sans MS"/>
                <a:cs typeface="Comic Sans MS"/>
              </a:rPr>
              <a:t>span&lt;/title&gt;</a:t>
            </a:r>
            <a:endParaRPr sz="1950">
              <a:latin typeface="Comic Sans MS"/>
              <a:cs typeface="Comic Sans MS"/>
            </a:endParaRPr>
          </a:p>
          <a:p>
            <a:pPr marL="12700">
              <a:lnSpc>
                <a:spcPts val="2100"/>
              </a:lnSpc>
            </a:pPr>
            <a:r>
              <a:rPr sz="1950" spc="-10" dirty="0">
                <a:latin typeface="Comic Sans MS"/>
                <a:cs typeface="Comic Sans MS"/>
              </a:rPr>
              <a:t>&lt;/head&gt;</a:t>
            </a:r>
            <a:endParaRPr sz="1950">
              <a:latin typeface="Comic Sans MS"/>
              <a:cs typeface="Comic Sans MS"/>
            </a:endParaRPr>
          </a:p>
          <a:p>
            <a:pPr marL="12700">
              <a:lnSpc>
                <a:spcPts val="2100"/>
              </a:lnSpc>
            </a:pPr>
            <a:r>
              <a:rPr sz="1950" spc="-10" dirty="0">
                <a:latin typeface="Comic Sans MS"/>
                <a:cs typeface="Comic Sans MS"/>
              </a:rPr>
              <a:t>&lt;body&gt;</a:t>
            </a:r>
            <a:endParaRPr sz="1950">
              <a:latin typeface="Comic Sans MS"/>
              <a:cs typeface="Comic Sans MS"/>
            </a:endParaRPr>
          </a:p>
          <a:p>
            <a:pPr marL="622300">
              <a:lnSpc>
                <a:spcPts val="2105"/>
              </a:lnSpc>
            </a:pPr>
            <a:r>
              <a:rPr sz="1950" dirty="0">
                <a:latin typeface="Comic Sans MS"/>
                <a:cs typeface="Comic Sans MS"/>
              </a:rPr>
              <a:t>&lt;table</a:t>
            </a:r>
            <a:r>
              <a:rPr sz="1950" spc="-60" dirty="0">
                <a:latin typeface="Comic Sans MS"/>
                <a:cs typeface="Comic Sans MS"/>
              </a:rPr>
              <a:t> </a:t>
            </a:r>
            <a:r>
              <a:rPr sz="1950" dirty="0">
                <a:latin typeface="Comic Sans MS"/>
                <a:cs typeface="Comic Sans MS"/>
              </a:rPr>
              <a:t>border</a:t>
            </a:r>
            <a:r>
              <a:rPr sz="1950" spc="-45" dirty="0">
                <a:latin typeface="Comic Sans MS"/>
                <a:cs typeface="Comic Sans MS"/>
              </a:rPr>
              <a:t> </a:t>
            </a:r>
            <a:r>
              <a:rPr sz="1950" dirty="0">
                <a:latin typeface="Comic Sans MS"/>
                <a:cs typeface="Comic Sans MS"/>
              </a:rPr>
              <a:t>=</a:t>
            </a:r>
            <a:r>
              <a:rPr sz="1950" spc="-55" dirty="0">
                <a:latin typeface="Comic Sans MS"/>
                <a:cs typeface="Comic Sans MS"/>
              </a:rPr>
              <a:t> </a:t>
            </a:r>
            <a:r>
              <a:rPr sz="1950" spc="-20" dirty="0">
                <a:latin typeface="Comic Sans MS"/>
                <a:cs typeface="Comic Sans MS"/>
              </a:rPr>
              <a:t>"1"&gt;</a:t>
            </a:r>
            <a:endParaRPr sz="1950">
              <a:latin typeface="Comic Sans MS"/>
              <a:cs typeface="Comic Sans MS"/>
            </a:endParaRPr>
          </a:p>
          <a:p>
            <a:pPr marL="622300">
              <a:lnSpc>
                <a:spcPts val="2105"/>
              </a:lnSpc>
            </a:pPr>
            <a:r>
              <a:rPr sz="1950" dirty="0">
                <a:latin typeface="Comic Sans MS"/>
                <a:cs typeface="Comic Sans MS"/>
              </a:rPr>
              <a:t>&lt;caption&gt;A</a:t>
            </a:r>
            <a:r>
              <a:rPr sz="1950" spc="-65" dirty="0">
                <a:latin typeface="Comic Sans MS"/>
                <a:cs typeface="Comic Sans MS"/>
              </a:rPr>
              <a:t> </a:t>
            </a:r>
            <a:r>
              <a:rPr sz="1950" dirty="0">
                <a:latin typeface="Comic Sans MS"/>
                <a:cs typeface="Comic Sans MS"/>
              </a:rPr>
              <a:t>more</a:t>
            </a:r>
            <a:r>
              <a:rPr sz="1950" spc="-50" dirty="0">
                <a:latin typeface="Comic Sans MS"/>
                <a:cs typeface="Comic Sans MS"/>
              </a:rPr>
              <a:t> </a:t>
            </a:r>
            <a:r>
              <a:rPr sz="1950" dirty="0">
                <a:latin typeface="Comic Sans MS"/>
                <a:cs typeface="Comic Sans MS"/>
              </a:rPr>
              <a:t>complex</a:t>
            </a:r>
            <a:r>
              <a:rPr sz="1950" spc="-65" dirty="0">
                <a:latin typeface="Comic Sans MS"/>
                <a:cs typeface="Comic Sans MS"/>
              </a:rPr>
              <a:t> </a:t>
            </a:r>
            <a:r>
              <a:rPr sz="1950" spc="-10" dirty="0">
                <a:latin typeface="Comic Sans MS"/>
                <a:cs typeface="Comic Sans MS"/>
              </a:rPr>
              <a:t>sample</a:t>
            </a:r>
            <a:endParaRPr sz="1950">
              <a:latin typeface="Comic Sans MS"/>
              <a:cs typeface="Comic Sans MS"/>
            </a:endParaRPr>
          </a:p>
          <a:p>
            <a:pPr marL="622300">
              <a:lnSpc>
                <a:spcPts val="2100"/>
              </a:lnSpc>
            </a:pPr>
            <a:r>
              <a:rPr sz="1950" spc="-10" dirty="0">
                <a:latin typeface="Comic Sans MS"/>
                <a:cs typeface="Comic Sans MS"/>
              </a:rPr>
              <a:t>table&lt;/caption&gt;</a:t>
            </a:r>
            <a:endParaRPr sz="1950">
              <a:latin typeface="Comic Sans MS"/>
              <a:cs typeface="Comic Sans MS"/>
            </a:endParaRPr>
          </a:p>
          <a:p>
            <a:pPr marL="622300">
              <a:lnSpc>
                <a:spcPts val="2105"/>
              </a:lnSpc>
            </a:pPr>
            <a:r>
              <a:rPr sz="1950" spc="-20" dirty="0">
                <a:latin typeface="Comic Sans MS"/>
                <a:cs typeface="Comic Sans MS"/>
              </a:rPr>
              <a:t>&lt;tr&gt;</a:t>
            </a:r>
            <a:endParaRPr sz="1950">
              <a:latin typeface="Comic Sans MS"/>
              <a:cs typeface="Comic Sans MS"/>
            </a:endParaRPr>
          </a:p>
          <a:p>
            <a:pPr marL="1231900" marR="1022985">
              <a:lnSpc>
                <a:spcPts val="2260"/>
              </a:lnSpc>
              <a:spcBef>
                <a:spcPts val="125"/>
              </a:spcBef>
            </a:pPr>
            <a:r>
              <a:rPr sz="2050" dirty="0">
                <a:solidFill>
                  <a:srgbClr val="FF0000"/>
                </a:solidFill>
                <a:latin typeface="Comic Sans MS"/>
                <a:cs typeface="Comic Sans MS"/>
              </a:rPr>
              <a:t>&lt;th</a:t>
            </a:r>
            <a:r>
              <a:rPr sz="2050" spc="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50" dirty="0">
                <a:solidFill>
                  <a:srgbClr val="FF0000"/>
                </a:solidFill>
                <a:latin typeface="Comic Sans MS"/>
                <a:cs typeface="Comic Sans MS"/>
              </a:rPr>
              <a:t>rowspan</a:t>
            </a:r>
            <a:r>
              <a:rPr sz="2050" spc="6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50" dirty="0">
                <a:solidFill>
                  <a:srgbClr val="FF0000"/>
                </a:solidFill>
                <a:latin typeface="Comic Sans MS"/>
                <a:cs typeface="Comic Sans MS"/>
              </a:rPr>
              <a:t>=</a:t>
            </a:r>
            <a:r>
              <a:rPr sz="2050" spc="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50" spc="-10" dirty="0">
                <a:solidFill>
                  <a:srgbClr val="FF0000"/>
                </a:solidFill>
                <a:latin typeface="Comic Sans MS"/>
                <a:cs typeface="Comic Sans MS"/>
              </a:rPr>
              <a:t>"2"&gt;RESULTS </a:t>
            </a:r>
            <a:r>
              <a:rPr sz="2050" dirty="0">
                <a:solidFill>
                  <a:srgbClr val="FF0000"/>
                </a:solidFill>
                <a:latin typeface="Comic Sans MS"/>
                <a:cs typeface="Comic Sans MS"/>
              </a:rPr>
              <a:t>COMPARISON</a:t>
            </a:r>
            <a:r>
              <a:rPr sz="2050" spc="15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50" spc="-20" dirty="0">
                <a:solidFill>
                  <a:srgbClr val="FF0000"/>
                </a:solidFill>
                <a:latin typeface="Comic Sans MS"/>
                <a:cs typeface="Comic Sans MS"/>
              </a:rPr>
              <a:t>&lt;/th&gt;</a:t>
            </a:r>
            <a:endParaRPr sz="2050">
              <a:latin typeface="Comic Sans MS"/>
              <a:cs typeface="Comic Sans MS"/>
            </a:endParaRPr>
          </a:p>
          <a:p>
            <a:pPr marL="1231900">
              <a:lnSpc>
                <a:spcPts val="2090"/>
              </a:lnSpc>
            </a:pPr>
            <a:r>
              <a:rPr sz="2050" dirty="0">
                <a:solidFill>
                  <a:srgbClr val="FF0000"/>
                </a:solidFill>
                <a:latin typeface="Comic Sans MS"/>
                <a:cs typeface="Comic Sans MS"/>
              </a:rPr>
              <a:t>&lt;th</a:t>
            </a:r>
            <a:r>
              <a:rPr sz="2050" spc="1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50" dirty="0">
                <a:solidFill>
                  <a:srgbClr val="FF0000"/>
                </a:solidFill>
                <a:latin typeface="Comic Sans MS"/>
                <a:cs typeface="Comic Sans MS"/>
              </a:rPr>
              <a:t>colspan</a:t>
            </a:r>
            <a:r>
              <a:rPr sz="2050" spc="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50" dirty="0">
                <a:solidFill>
                  <a:srgbClr val="FF0000"/>
                </a:solidFill>
                <a:latin typeface="Comic Sans MS"/>
                <a:cs typeface="Comic Sans MS"/>
              </a:rPr>
              <a:t>=</a:t>
            </a:r>
            <a:r>
              <a:rPr sz="2050" spc="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50" spc="-20" dirty="0">
                <a:solidFill>
                  <a:srgbClr val="FF0000"/>
                </a:solidFill>
                <a:latin typeface="Comic Sans MS"/>
                <a:cs typeface="Comic Sans MS"/>
              </a:rPr>
              <a:t>"4"&gt;</a:t>
            </a:r>
            <a:endParaRPr sz="2050">
              <a:latin typeface="Comic Sans MS"/>
              <a:cs typeface="Comic Sans MS"/>
            </a:endParaRPr>
          </a:p>
          <a:p>
            <a:pPr marL="1231900">
              <a:lnSpc>
                <a:spcPts val="2245"/>
              </a:lnSpc>
            </a:pPr>
            <a:r>
              <a:rPr sz="2050" dirty="0">
                <a:solidFill>
                  <a:srgbClr val="FF0000"/>
                </a:solidFill>
                <a:latin typeface="Comic Sans MS"/>
                <a:cs typeface="Comic Sans MS"/>
              </a:rPr>
              <a:t>Students</a:t>
            </a:r>
            <a:r>
              <a:rPr sz="2050" spc="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50" dirty="0">
                <a:solidFill>
                  <a:srgbClr val="FF0000"/>
                </a:solidFill>
                <a:latin typeface="Comic Sans MS"/>
                <a:cs typeface="Comic Sans MS"/>
              </a:rPr>
              <a:t>mark</a:t>
            </a:r>
            <a:r>
              <a:rPr sz="2050" spc="6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50" spc="-10" dirty="0">
                <a:solidFill>
                  <a:srgbClr val="FF0000"/>
                </a:solidFill>
                <a:latin typeface="Comic Sans MS"/>
                <a:cs typeface="Comic Sans MS"/>
              </a:rPr>
              <a:t>comparison</a:t>
            </a:r>
            <a:endParaRPr sz="2050">
              <a:latin typeface="Comic Sans MS"/>
              <a:cs typeface="Comic Sans MS"/>
            </a:endParaRPr>
          </a:p>
          <a:p>
            <a:pPr marL="1231900">
              <a:lnSpc>
                <a:spcPts val="2240"/>
              </a:lnSpc>
            </a:pPr>
            <a:r>
              <a:rPr sz="2050" spc="-10" dirty="0">
                <a:solidFill>
                  <a:srgbClr val="FF0000"/>
                </a:solidFill>
                <a:latin typeface="Comic Sans MS"/>
                <a:cs typeface="Comic Sans MS"/>
              </a:rPr>
              <a:t>&lt;/th&gt;</a:t>
            </a:r>
            <a:endParaRPr sz="2050">
              <a:latin typeface="Comic Sans MS"/>
              <a:cs typeface="Comic Sans MS"/>
            </a:endParaRPr>
          </a:p>
          <a:p>
            <a:pPr marL="622300">
              <a:lnSpc>
                <a:spcPts val="2115"/>
              </a:lnSpc>
            </a:pPr>
            <a:r>
              <a:rPr sz="1950" spc="-10" dirty="0">
                <a:latin typeface="Comic Sans MS"/>
                <a:cs typeface="Comic Sans MS"/>
              </a:rPr>
              <a:t>&lt;/tr&gt;</a:t>
            </a:r>
            <a:endParaRPr sz="1950">
              <a:latin typeface="Comic Sans MS"/>
              <a:cs typeface="Comic Sans MS"/>
            </a:endParaRPr>
          </a:p>
          <a:p>
            <a:pPr marL="622300">
              <a:lnSpc>
                <a:spcPts val="2105"/>
              </a:lnSpc>
            </a:pPr>
            <a:r>
              <a:rPr sz="1950" spc="-20" dirty="0">
                <a:latin typeface="Comic Sans MS"/>
                <a:cs typeface="Comic Sans MS"/>
              </a:rPr>
              <a:t>&lt;tr&gt;</a:t>
            </a:r>
            <a:endParaRPr sz="1950">
              <a:latin typeface="Comic Sans MS"/>
              <a:cs typeface="Comic Sans MS"/>
            </a:endParaRPr>
          </a:p>
          <a:p>
            <a:pPr marL="622300">
              <a:lnSpc>
                <a:spcPts val="2100"/>
              </a:lnSpc>
            </a:pPr>
            <a:r>
              <a:rPr sz="1950" spc="-10" dirty="0">
                <a:latin typeface="Comic Sans MS"/>
                <a:cs typeface="Comic Sans MS"/>
              </a:rPr>
              <a:t>&lt;th&gt;student1&lt;/th&gt;</a:t>
            </a:r>
            <a:endParaRPr sz="1950">
              <a:latin typeface="Comic Sans MS"/>
              <a:cs typeface="Comic Sans MS"/>
            </a:endParaRPr>
          </a:p>
          <a:p>
            <a:pPr marL="622300">
              <a:lnSpc>
                <a:spcPts val="2100"/>
              </a:lnSpc>
            </a:pPr>
            <a:r>
              <a:rPr sz="1950" spc="-10" dirty="0">
                <a:latin typeface="Comic Sans MS"/>
                <a:cs typeface="Comic Sans MS"/>
              </a:rPr>
              <a:t>&lt;th&gt;student2&lt;/th&gt;</a:t>
            </a:r>
            <a:endParaRPr sz="1950">
              <a:latin typeface="Comic Sans MS"/>
              <a:cs typeface="Comic Sans MS"/>
            </a:endParaRPr>
          </a:p>
          <a:p>
            <a:pPr marL="622300">
              <a:lnSpc>
                <a:spcPts val="2105"/>
              </a:lnSpc>
            </a:pPr>
            <a:r>
              <a:rPr sz="1950" spc="-10" dirty="0">
                <a:latin typeface="Comic Sans MS"/>
                <a:cs typeface="Comic Sans MS"/>
              </a:rPr>
              <a:t>&lt;th&gt;student3&lt;/th&gt;</a:t>
            </a:r>
            <a:endParaRPr sz="1950">
              <a:latin typeface="Comic Sans MS"/>
              <a:cs typeface="Comic Sans MS"/>
            </a:endParaRPr>
          </a:p>
          <a:p>
            <a:pPr marL="622300">
              <a:lnSpc>
                <a:spcPts val="2105"/>
              </a:lnSpc>
            </a:pPr>
            <a:r>
              <a:rPr sz="1950" spc="-10" dirty="0">
                <a:latin typeface="Comic Sans MS"/>
                <a:cs typeface="Comic Sans MS"/>
              </a:rPr>
              <a:t>&lt;th&gt;student4&lt;/th&gt;</a:t>
            </a:r>
            <a:endParaRPr sz="1950">
              <a:latin typeface="Comic Sans MS"/>
              <a:cs typeface="Comic Sans MS"/>
            </a:endParaRPr>
          </a:p>
          <a:p>
            <a:pPr marL="622300">
              <a:lnSpc>
                <a:spcPts val="2220"/>
              </a:lnSpc>
            </a:pPr>
            <a:r>
              <a:rPr sz="1950" spc="-10" dirty="0">
                <a:latin typeface="Comic Sans MS"/>
                <a:cs typeface="Comic Sans MS"/>
              </a:rPr>
              <a:t>&lt;/tr&gt;</a:t>
            </a:r>
            <a:endParaRPr sz="195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1526" y="793241"/>
            <a:ext cx="4414520" cy="50596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965"/>
              </a:lnSpc>
              <a:spcBef>
                <a:spcPts val="105"/>
              </a:spcBef>
            </a:pPr>
            <a:r>
              <a:rPr sz="2600" spc="-20" dirty="0">
                <a:latin typeface="Comic Sans MS"/>
                <a:cs typeface="Comic Sans MS"/>
              </a:rPr>
              <a:t>&lt;tr&gt;</a:t>
            </a:r>
            <a:endParaRPr sz="2600">
              <a:latin typeface="Comic Sans MS"/>
              <a:cs typeface="Comic Sans MS"/>
            </a:endParaRPr>
          </a:p>
          <a:p>
            <a:pPr marL="12700">
              <a:lnSpc>
                <a:spcPts val="2810"/>
              </a:lnSpc>
            </a:pPr>
            <a:r>
              <a:rPr sz="2600" dirty="0">
                <a:latin typeface="Comic Sans MS"/>
                <a:cs typeface="Comic Sans MS"/>
              </a:rPr>
              <a:t>&lt;th&gt;Web</a:t>
            </a:r>
            <a:r>
              <a:rPr sz="2600" spc="-75" dirty="0">
                <a:latin typeface="Comic Sans MS"/>
                <a:cs typeface="Comic Sans MS"/>
              </a:rPr>
              <a:t> </a:t>
            </a:r>
            <a:r>
              <a:rPr sz="2600" spc="-10" dirty="0">
                <a:latin typeface="Comic Sans MS"/>
                <a:cs typeface="Comic Sans MS"/>
              </a:rPr>
              <a:t>technology&lt;/th&gt;</a:t>
            </a:r>
            <a:endParaRPr sz="2600">
              <a:latin typeface="Comic Sans MS"/>
              <a:cs typeface="Comic Sans MS"/>
            </a:endParaRPr>
          </a:p>
          <a:p>
            <a:pPr marL="12700" marR="43815">
              <a:lnSpc>
                <a:spcPts val="2810"/>
              </a:lnSpc>
              <a:spcBef>
                <a:spcPts val="195"/>
              </a:spcBef>
            </a:pPr>
            <a:r>
              <a:rPr sz="2600" spc="-10" dirty="0">
                <a:latin typeface="Comic Sans MS"/>
                <a:cs typeface="Comic Sans MS"/>
              </a:rPr>
              <a:t>&lt;td&gt;80&lt;/td&gt;&lt;td&gt;85&lt;/td&gt;&lt;td&gt;9 0&lt;/td&gt;&lt;td&gt;92&lt;/td&gt;</a:t>
            </a:r>
            <a:endParaRPr sz="2600">
              <a:latin typeface="Comic Sans MS"/>
              <a:cs typeface="Comic Sans MS"/>
            </a:endParaRPr>
          </a:p>
          <a:p>
            <a:pPr marL="12700">
              <a:lnSpc>
                <a:spcPts val="2610"/>
              </a:lnSpc>
            </a:pPr>
            <a:r>
              <a:rPr sz="2600" spc="-10" dirty="0">
                <a:latin typeface="Comic Sans MS"/>
                <a:cs typeface="Comic Sans MS"/>
              </a:rPr>
              <a:t>&lt;/tr&gt;</a:t>
            </a:r>
            <a:endParaRPr sz="2600">
              <a:latin typeface="Comic Sans MS"/>
              <a:cs typeface="Comic Sans MS"/>
            </a:endParaRPr>
          </a:p>
          <a:p>
            <a:pPr marL="12700">
              <a:lnSpc>
                <a:spcPts val="2810"/>
              </a:lnSpc>
            </a:pPr>
            <a:r>
              <a:rPr sz="2600" spc="-20" dirty="0">
                <a:latin typeface="Comic Sans MS"/>
                <a:cs typeface="Comic Sans MS"/>
              </a:rPr>
              <a:t>&lt;tr&gt;</a:t>
            </a:r>
            <a:endParaRPr sz="2600">
              <a:latin typeface="Comic Sans MS"/>
              <a:cs typeface="Comic Sans MS"/>
            </a:endParaRPr>
          </a:p>
          <a:p>
            <a:pPr marL="12700">
              <a:lnSpc>
                <a:spcPts val="2810"/>
              </a:lnSpc>
            </a:pPr>
            <a:r>
              <a:rPr sz="2600" dirty="0">
                <a:latin typeface="Comic Sans MS"/>
                <a:cs typeface="Comic Sans MS"/>
              </a:rPr>
              <a:t>&lt;th&gt;Web</a:t>
            </a:r>
            <a:r>
              <a:rPr sz="2600" spc="-80" dirty="0">
                <a:latin typeface="Comic Sans MS"/>
                <a:cs typeface="Comic Sans MS"/>
              </a:rPr>
              <a:t> </a:t>
            </a:r>
            <a:r>
              <a:rPr sz="2600" dirty="0">
                <a:latin typeface="Comic Sans MS"/>
                <a:cs typeface="Comic Sans MS"/>
              </a:rPr>
              <a:t>technology</a:t>
            </a:r>
            <a:r>
              <a:rPr sz="2600" spc="-50" dirty="0">
                <a:latin typeface="Comic Sans MS"/>
                <a:cs typeface="Comic Sans MS"/>
              </a:rPr>
              <a:t> </a:t>
            </a:r>
            <a:r>
              <a:rPr sz="2600" spc="-10" dirty="0">
                <a:latin typeface="Comic Sans MS"/>
                <a:cs typeface="Comic Sans MS"/>
              </a:rPr>
              <a:t>lab&lt;/th&gt;</a:t>
            </a:r>
            <a:endParaRPr sz="2600">
              <a:latin typeface="Comic Sans MS"/>
              <a:cs typeface="Comic Sans MS"/>
            </a:endParaRPr>
          </a:p>
          <a:p>
            <a:pPr marL="12700" marR="43815">
              <a:lnSpc>
                <a:spcPts val="2810"/>
              </a:lnSpc>
              <a:spcBef>
                <a:spcPts val="195"/>
              </a:spcBef>
            </a:pPr>
            <a:r>
              <a:rPr sz="2600" spc="-10" dirty="0">
                <a:latin typeface="Comic Sans MS"/>
                <a:cs typeface="Comic Sans MS"/>
              </a:rPr>
              <a:t>&lt;td&gt;85&lt;/td&gt;&lt;td&gt;95&lt;/td&gt;&lt;td&gt;9 0&lt;/td&gt;&lt;td&gt;82&lt;/td&gt;</a:t>
            </a:r>
            <a:endParaRPr sz="2600">
              <a:latin typeface="Comic Sans MS"/>
              <a:cs typeface="Comic Sans MS"/>
            </a:endParaRPr>
          </a:p>
          <a:p>
            <a:pPr marL="12700">
              <a:lnSpc>
                <a:spcPts val="2765"/>
              </a:lnSpc>
            </a:pPr>
            <a:r>
              <a:rPr sz="2600" spc="-10" dirty="0">
                <a:latin typeface="Comic Sans MS"/>
                <a:cs typeface="Comic Sans MS"/>
              </a:rPr>
              <a:t>&lt;/tr&gt;</a:t>
            </a:r>
            <a:endParaRPr sz="2600">
              <a:latin typeface="Comic Sans MS"/>
              <a:cs typeface="Comic Sans MS"/>
            </a:endParaRPr>
          </a:p>
          <a:p>
            <a:pPr marL="12700">
              <a:lnSpc>
                <a:spcPts val="2965"/>
              </a:lnSpc>
              <a:spcBef>
                <a:spcPts val="2495"/>
              </a:spcBef>
            </a:pPr>
            <a:r>
              <a:rPr sz="2600" spc="-10" dirty="0">
                <a:latin typeface="Comic Sans MS"/>
                <a:cs typeface="Comic Sans MS"/>
              </a:rPr>
              <a:t>&lt;/table&gt;</a:t>
            </a:r>
            <a:endParaRPr sz="2600">
              <a:latin typeface="Comic Sans MS"/>
              <a:cs typeface="Comic Sans MS"/>
            </a:endParaRPr>
          </a:p>
          <a:p>
            <a:pPr marL="12700">
              <a:lnSpc>
                <a:spcPts val="2810"/>
              </a:lnSpc>
            </a:pPr>
            <a:r>
              <a:rPr sz="2600" spc="-10" dirty="0">
                <a:latin typeface="Comic Sans MS"/>
                <a:cs typeface="Comic Sans MS"/>
              </a:rPr>
              <a:t>&lt;/body&gt;</a:t>
            </a:r>
            <a:endParaRPr sz="2600">
              <a:latin typeface="Comic Sans MS"/>
              <a:cs typeface="Comic Sans MS"/>
            </a:endParaRPr>
          </a:p>
          <a:p>
            <a:pPr marL="12700">
              <a:lnSpc>
                <a:spcPts val="2965"/>
              </a:lnSpc>
            </a:pPr>
            <a:r>
              <a:rPr sz="2600" spc="-10" dirty="0">
                <a:latin typeface="Comic Sans MS"/>
                <a:cs typeface="Comic Sans MS"/>
              </a:rPr>
              <a:t>&lt;/html&gt;</a:t>
            </a:r>
            <a:endParaRPr sz="26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051" y="-1"/>
            <a:ext cx="1162812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967" y="209549"/>
            <a:ext cx="42284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latin typeface="Comic Sans MS"/>
                <a:cs typeface="Comic Sans MS"/>
              </a:rPr>
              <a:t>Linking(hyperlink)</a:t>
            </a:r>
            <a:endParaRPr sz="40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6511" y="1132484"/>
            <a:ext cx="10982325" cy="4383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0375" marR="5080" indent="-448309" algn="just">
              <a:lnSpc>
                <a:spcPct val="115599"/>
              </a:lnSpc>
              <a:spcBef>
                <a:spcPts val="95"/>
              </a:spcBef>
              <a:buSzPct val="75555"/>
              <a:buChar char="●"/>
              <a:tabLst>
                <a:tab pos="460375" algn="l"/>
                <a:tab pos="462280" algn="l"/>
              </a:tabLst>
            </a:pPr>
            <a:r>
              <a:rPr sz="2250" dirty="0">
                <a:latin typeface="Comic Sans MS"/>
                <a:cs typeface="Comic Sans MS"/>
              </a:rPr>
              <a:t>	One</a:t>
            </a:r>
            <a:r>
              <a:rPr sz="2250" spc="240" dirty="0">
                <a:latin typeface="Comic Sans MS"/>
                <a:cs typeface="Comic Sans MS"/>
              </a:rPr>
              <a:t>  </a:t>
            </a:r>
            <a:r>
              <a:rPr sz="2250" dirty="0">
                <a:latin typeface="Comic Sans MS"/>
                <a:cs typeface="Comic Sans MS"/>
              </a:rPr>
              <a:t>of</a:t>
            </a:r>
            <a:r>
              <a:rPr sz="2250" spc="254" dirty="0">
                <a:latin typeface="Comic Sans MS"/>
                <a:cs typeface="Comic Sans MS"/>
              </a:rPr>
              <a:t>  </a:t>
            </a:r>
            <a:r>
              <a:rPr sz="2250" dirty="0">
                <a:latin typeface="Comic Sans MS"/>
                <a:cs typeface="Comic Sans MS"/>
              </a:rPr>
              <a:t>the</a:t>
            </a:r>
            <a:r>
              <a:rPr sz="2250" spc="245" dirty="0">
                <a:latin typeface="Comic Sans MS"/>
                <a:cs typeface="Comic Sans MS"/>
              </a:rPr>
              <a:t>  </a:t>
            </a:r>
            <a:r>
              <a:rPr sz="2250" dirty="0">
                <a:latin typeface="Comic Sans MS"/>
                <a:cs typeface="Comic Sans MS"/>
              </a:rPr>
              <a:t>most</a:t>
            </a:r>
            <a:r>
              <a:rPr sz="2250" spc="250" dirty="0">
                <a:latin typeface="Comic Sans MS"/>
                <a:cs typeface="Comic Sans MS"/>
              </a:rPr>
              <a:t>  </a:t>
            </a:r>
            <a:r>
              <a:rPr sz="2250" dirty="0">
                <a:solidFill>
                  <a:srgbClr val="FF0000"/>
                </a:solidFill>
                <a:latin typeface="Comic Sans MS"/>
                <a:cs typeface="Comic Sans MS"/>
              </a:rPr>
              <a:t>important</a:t>
            </a:r>
            <a:r>
              <a:rPr sz="2250" spc="254" dirty="0">
                <a:solidFill>
                  <a:srgbClr val="FF0000"/>
                </a:solidFill>
                <a:latin typeface="Comic Sans MS"/>
                <a:cs typeface="Comic Sans MS"/>
              </a:rPr>
              <a:t>  </a:t>
            </a:r>
            <a:r>
              <a:rPr sz="2250" dirty="0">
                <a:solidFill>
                  <a:srgbClr val="FF0000"/>
                </a:solidFill>
                <a:latin typeface="Comic Sans MS"/>
                <a:cs typeface="Comic Sans MS"/>
              </a:rPr>
              <a:t>HTML5</a:t>
            </a:r>
            <a:r>
              <a:rPr sz="2250" spc="245" dirty="0">
                <a:solidFill>
                  <a:srgbClr val="FF0000"/>
                </a:solidFill>
                <a:latin typeface="Comic Sans MS"/>
                <a:cs typeface="Comic Sans MS"/>
              </a:rPr>
              <a:t>  </a:t>
            </a:r>
            <a:r>
              <a:rPr sz="2250" dirty="0">
                <a:solidFill>
                  <a:srgbClr val="FF0000"/>
                </a:solidFill>
                <a:latin typeface="Comic Sans MS"/>
                <a:cs typeface="Comic Sans MS"/>
              </a:rPr>
              <a:t>features</a:t>
            </a:r>
            <a:r>
              <a:rPr sz="2250" spc="245" dirty="0">
                <a:solidFill>
                  <a:srgbClr val="FF0000"/>
                </a:solidFill>
                <a:latin typeface="Comic Sans MS"/>
                <a:cs typeface="Comic Sans MS"/>
              </a:rPr>
              <a:t>  </a:t>
            </a:r>
            <a:r>
              <a:rPr sz="2250" dirty="0">
                <a:solidFill>
                  <a:srgbClr val="FF0000"/>
                </a:solidFill>
                <a:latin typeface="Comic Sans MS"/>
                <a:cs typeface="Comic Sans MS"/>
              </a:rPr>
              <a:t>is</a:t>
            </a:r>
            <a:r>
              <a:rPr sz="2250" spc="254" dirty="0">
                <a:solidFill>
                  <a:srgbClr val="FF0000"/>
                </a:solidFill>
                <a:latin typeface="Comic Sans MS"/>
                <a:cs typeface="Comic Sans MS"/>
              </a:rPr>
              <a:t>  </a:t>
            </a:r>
            <a:r>
              <a:rPr sz="2250" dirty="0">
                <a:solidFill>
                  <a:srgbClr val="FF0000"/>
                </a:solidFill>
                <a:latin typeface="Comic Sans MS"/>
                <a:cs typeface="Comic Sans MS"/>
              </a:rPr>
              <a:t>the</a:t>
            </a:r>
            <a:r>
              <a:rPr sz="2250" spc="245" dirty="0">
                <a:solidFill>
                  <a:srgbClr val="FF0000"/>
                </a:solidFill>
                <a:latin typeface="Comic Sans MS"/>
                <a:cs typeface="Comic Sans MS"/>
              </a:rPr>
              <a:t>  </a:t>
            </a:r>
            <a:r>
              <a:rPr sz="2250" dirty="0">
                <a:solidFill>
                  <a:srgbClr val="FF0000"/>
                </a:solidFill>
                <a:latin typeface="Comic Sans MS"/>
                <a:cs typeface="Comic Sans MS"/>
              </a:rPr>
              <a:t>hyperlink</a:t>
            </a:r>
            <a:r>
              <a:rPr sz="2250" dirty="0">
                <a:latin typeface="Comic Sans MS"/>
                <a:cs typeface="Comic Sans MS"/>
              </a:rPr>
              <a:t>,</a:t>
            </a:r>
            <a:r>
              <a:rPr sz="2250" spc="250" dirty="0">
                <a:latin typeface="Comic Sans MS"/>
                <a:cs typeface="Comic Sans MS"/>
              </a:rPr>
              <a:t>  </a:t>
            </a:r>
            <a:r>
              <a:rPr sz="2250" spc="-10" dirty="0">
                <a:solidFill>
                  <a:srgbClr val="0000FF"/>
                </a:solidFill>
                <a:latin typeface="Comic Sans MS"/>
                <a:cs typeface="Comic Sans MS"/>
              </a:rPr>
              <a:t>which </a:t>
            </a:r>
            <a:r>
              <a:rPr sz="2250" dirty="0">
                <a:solidFill>
                  <a:srgbClr val="0000FF"/>
                </a:solidFill>
                <a:latin typeface="Comic Sans MS"/>
                <a:cs typeface="Comic Sans MS"/>
              </a:rPr>
              <a:t>references</a:t>
            </a:r>
            <a:r>
              <a:rPr sz="2250" spc="-5" dirty="0">
                <a:solidFill>
                  <a:srgbClr val="0000FF"/>
                </a:solidFill>
                <a:latin typeface="Comic Sans MS"/>
                <a:cs typeface="Comic Sans MS"/>
              </a:rPr>
              <a:t>  </a:t>
            </a:r>
            <a:r>
              <a:rPr sz="2250" dirty="0">
                <a:solidFill>
                  <a:srgbClr val="0000FF"/>
                </a:solidFill>
                <a:latin typeface="Comic Sans MS"/>
                <a:cs typeface="Comic Sans MS"/>
              </a:rPr>
              <a:t>(or</a:t>
            </a:r>
            <a:r>
              <a:rPr sz="2250" spc="-10" dirty="0">
                <a:solidFill>
                  <a:srgbClr val="0000FF"/>
                </a:solidFill>
                <a:latin typeface="Comic Sans MS"/>
                <a:cs typeface="Comic Sans MS"/>
              </a:rPr>
              <a:t>  </a:t>
            </a:r>
            <a:r>
              <a:rPr sz="2250" dirty="0">
                <a:solidFill>
                  <a:srgbClr val="0000FF"/>
                </a:solidFill>
                <a:latin typeface="Comic Sans MS"/>
                <a:cs typeface="Comic Sans MS"/>
              </a:rPr>
              <a:t>links</a:t>
            </a:r>
            <a:r>
              <a:rPr sz="2250" spc="10" dirty="0">
                <a:solidFill>
                  <a:srgbClr val="0000FF"/>
                </a:solidFill>
                <a:latin typeface="Comic Sans MS"/>
                <a:cs typeface="Comic Sans MS"/>
              </a:rPr>
              <a:t>  </a:t>
            </a:r>
            <a:r>
              <a:rPr sz="2250" dirty="0">
                <a:solidFill>
                  <a:srgbClr val="0000FF"/>
                </a:solidFill>
                <a:latin typeface="Comic Sans MS"/>
                <a:cs typeface="Comic Sans MS"/>
              </a:rPr>
              <a:t>to)</a:t>
            </a:r>
            <a:r>
              <a:rPr sz="2250" spc="-5" dirty="0">
                <a:solidFill>
                  <a:srgbClr val="0000FF"/>
                </a:solidFill>
                <a:latin typeface="Comic Sans MS"/>
                <a:cs typeface="Comic Sans MS"/>
              </a:rPr>
              <a:t>  </a:t>
            </a:r>
            <a:r>
              <a:rPr sz="2250" dirty="0">
                <a:solidFill>
                  <a:srgbClr val="0000FF"/>
                </a:solidFill>
                <a:latin typeface="Comic Sans MS"/>
                <a:cs typeface="Comic Sans MS"/>
              </a:rPr>
              <a:t>other</a:t>
            </a:r>
            <a:r>
              <a:rPr sz="2250" spc="-15" dirty="0">
                <a:solidFill>
                  <a:srgbClr val="0000FF"/>
                </a:solidFill>
                <a:latin typeface="Comic Sans MS"/>
                <a:cs typeface="Comic Sans MS"/>
              </a:rPr>
              <a:t>  </a:t>
            </a:r>
            <a:r>
              <a:rPr sz="2250" dirty="0">
                <a:solidFill>
                  <a:srgbClr val="0000FF"/>
                </a:solidFill>
                <a:latin typeface="Comic Sans MS"/>
                <a:cs typeface="Comic Sans MS"/>
              </a:rPr>
              <a:t>resources,</a:t>
            </a:r>
            <a:r>
              <a:rPr sz="2250" spc="-5" dirty="0">
                <a:solidFill>
                  <a:srgbClr val="0000FF"/>
                </a:solidFill>
                <a:latin typeface="Comic Sans MS"/>
                <a:cs typeface="Comic Sans MS"/>
              </a:rPr>
              <a:t>  </a:t>
            </a:r>
            <a:r>
              <a:rPr sz="2250" dirty="0">
                <a:latin typeface="Comic Sans MS"/>
                <a:cs typeface="Comic Sans MS"/>
              </a:rPr>
              <a:t>such</a:t>
            </a:r>
            <a:r>
              <a:rPr sz="2250" spc="-5" dirty="0">
                <a:latin typeface="Comic Sans MS"/>
                <a:cs typeface="Comic Sans MS"/>
              </a:rPr>
              <a:t>  </a:t>
            </a:r>
            <a:r>
              <a:rPr sz="2250" dirty="0">
                <a:latin typeface="Comic Sans MS"/>
                <a:cs typeface="Comic Sans MS"/>
              </a:rPr>
              <a:t>as</a:t>
            </a:r>
            <a:r>
              <a:rPr sz="2250" spc="5" dirty="0">
                <a:latin typeface="Comic Sans MS"/>
                <a:cs typeface="Comic Sans MS"/>
              </a:rPr>
              <a:t>  </a:t>
            </a:r>
            <a:r>
              <a:rPr sz="2250" dirty="0">
                <a:latin typeface="Comic Sans MS"/>
                <a:cs typeface="Comic Sans MS"/>
              </a:rPr>
              <a:t>HTML5</a:t>
            </a:r>
            <a:r>
              <a:rPr sz="2250" spc="-10" dirty="0">
                <a:latin typeface="Comic Sans MS"/>
                <a:cs typeface="Comic Sans MS"/>
              </a:rPr>
              <a:t>  </a:t>
            </a:r>
            <a:r>
              <a:rPr sz="2250" dirty="0">
                <a:latin typeface="Comic Sans MS"/>
                <a:cs typeface="Comic Sans MS"/>
              </a:rPr>
              <a:t>documents</a:t>
            </a:r>
            <a:r>
              <a:rPr sz="2250" spc="5" dirty="0">
                <a:latin typeface="Comic Sans MS"/>
                <a:cs typeface="Comic Sans MS"/>
              </a:rPr>
              <a:t>  </a:t>
            </a:r>
            <a:r>
              <a:rPr sz="2250" spc="-25" dirty="0">
                <a:latin typeface="Comic Sans MS"/>
                <a:cs typeface="Comic Sans MS"/>
              </a:rPr>
              <a:t>and </a:t>
            </a:r>
            <a:r>
              <a:rPr sz="2250" spc="-10" dirty="0">
                <a:latin typeface="Comic Sans MS"/>
                <a:cs typeface="Comic Sans MS"/>
              </a:rPr>
              <a:t>images.</a:t>
            </a:r>
            <a:endParaRPr sz="2250">
              <a:latin typeface="Comic Sans MS"/>
              <a:cs typeface="Comic Sans MS"/>
            </a:endParaRPr>
          </a:p>
          <a:p>
            <a:pPr marL="460375" marR="5080" indent="-448309" algn="just">
              <a:lnSpc>
                <a:spcPts val="3120"/>
              </a:lnSpc>
              <a:spcBef>
                <a:spcPts val="175"/>
              </a:spcBef>
              <a:buSzPct val="75555"/>
              <a:buChar char="●"/>
              <a:tabLst>
                <a:tab pos="460375" algn="l"/>
                <a:tab pos="462280" algn="l"/>
              </a:tabLst>
            </a:pPr>
            <a:r>
              <a:rPr sz="2250" dirty="0">
                <a:latin typeface="Comic Sans MS"/>
                <a:cs typeface="Comic Sans MS"/>
              </a:rPr>
              <a:t>	Web</a:t>
            </a:r>
            <a:r>
              <a:rPr sz="2250" spc="7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browsers</a:t>
            </a:r>
            <a:r>
              <a:rPr sz="2250" spc="7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typically</a:t>
            </a:r>
            <a:r>
              <a:rPr sz="2250" spc="85" dirty="0">
                <a:latin typeface="Comic Sans MS"/>
                <a:cs typeface="Comic Sans MS"/>
              </a:rPr>
              <a:t> </a:t>
            </a:r>
            <a:r>
              <a:rPr sz="2250" dirty="0">
                <a:solidFill>
                  <a:srgbClr val="FF0000"/>
                </a:solidFill>
                <a:latin typeface="Comic Sans MS"/>
                <a:cs typeface="Comic Sans MS"/>
              </a:rPr>
              <a:t>underline</a:t>
            </a:r>
            <a:r>
              <a:rPr sz="2250" spc="9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50" dirty="0">
                <a:solidFill>
                  <a:srgbClr val="FF0000"/>
                </a:solidFill>
                <a:latin typeface="Comic Sans MS"/>
                <a:cs typeface="Comic Sans MS"/>
              </a:rPr>
              <a:t>text</a:t>
            </a:r>
            <a:r>
              <a:rPr sz="2250" spc="8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50" dirty="0">
                <a:solidFill>
                  <a:srgbClr val="FF0000"/>
                </a:solidFill>
                <a:latin typeface="Comic Sans MS"/>
                <a:cs typeface="Comic Sans MS"/>
              </a:rPr>
              <a:t>hyperlinks</a:t>
            </a:r>
            <a:r>
              <a:rPr sz="2250" spc="10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50" dirty="0">
                <a:solidFill>
                  <a:srgbClr val="FF0000"/>
                </a:solidFill>
                <a:latin typeface="Comic Sans MS"/>
                <a:cs typeface="Comic Sans MS"/>
              </a:rPr>
              <a:t>and</a:t>
            </a:r>
            <a:r>
              <a:rPr sz="2250" spc="7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50" dirty="0">
                <a:solidFill>
                  <a:srgbClr val="FF0000"/>
                </a:solidFill>
                <a:latin typeface="Comic Sans MS"/>
                <a:cs typeface="Comic Sans MS"/>
              </a:rPr>
              <a:t>color</a:t>
            </a:r>
            <a:r>
              <a:rPr sz="2250" spc="7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50" dirty="0">
                <a:solidFill>
                  <a:srgbClr val="FF0000"/>
                </a:solidFill>
                <a:latin typeface="Comic Sans MS"/>
                <a:cs typeface="Comic Sans MS"/>
              </a:rPr>
              <a:t>their</a:t>
            </a:r>
            <a:r>
              <a:rPr sz="2250" spc="8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50" dirty="0">
                <a:solidFill>
                  <a:srgbClr val="FF0000"/>
                </a:solidFill>
                <a:latin typeface="Comic Sans MS"/>
                <a:cs typeface="Comic Sans MS"/>
              </a:rPr>
              <a:t>text</a:t>
            </a:r>
            <a:r>
              <a:rPr sz="2250" spc="7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50" dirty="0">
                <a:solidFill>
                  <a:srgbClr val="FF0000"/>
                </a:solidFill>
                <a:latin typeface="Comic Sans MS"/>
                <a:cs typeface="Comic Sans MS"/>
              </a:rPr>
              <a:t>blue</a:t>
            </a:r>
            <a:r>
              <a:rPr sz="2250" spc="9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50" spc="-25" dirty="0">
                <a:latin typeface="Comic Sans MS"/>
                <a:cs typeface="Comic Sans MS"/>
              </a:rPr>
              <a:t>by </a:t>
            </a:r>
            <a:r>
              <a:rPr sz="2250" spc="-10" dirty="0">
                <a:latin typeface="Comic Sans MS"/>
                <a:cs typeface="Comic Sans MS"/>
              </a:rPr>
              <a:t>default</a:t>
            </a:r>
            <a:endParaRPr sz="2250">
              <a:latin typeface="Comic Sans MS"/>
              <a:cs typeface="Comic Sans MS"/>
            </a:endParaRPr>
          </a:p>
          <a:p>
            <a:pPr marL="462915" indent="-450215" algn="just">
              <a:lnSpc>
                <a:spcPct val="100000"/>
              </a:lnSpc>
              <a:spcBef>
                <a:spcPts val="245"/>
              </a:spcBef>
              <a:buSzPct val="75555"/>
              <a:buChar char="●"/>
              <a:tabLst>
                <a:tab pos="462915" algn="l"/>
              </a:tabLst>
            </a:pPr>
            <a:r>
              <a:rPr sz="2250" dirty="0">
                <a:latin typeface="Comic Sans MS"/>
                <a:cs typeface="Comic Sans MS"/>
              </a:rPr>
              <a:t>Links</a:t>
            </a:r>
            <a:r>
              <a:rPr sz="2250" spc="-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are</a:t>
            </a:r>
            <a:r>
              <a:rPr sz="2250" spc="5" dirty="0">
                <a:latin typeface="Comic Sans MS"/>
                <a:cs typeface="Comic Sans MS"/>
              </a:rPr>
              <a:t> </a:t>
            </a:r>
            <a:r>
              <a:rPr sz="2250" dirty="0">
                <a:solidFill>
                  <a:srgbClr val="FF0000"/>
                </a:solidFill>
                <a:latin typeface="Comic Sans MS"/>
                <a:cs typeface="Comic Sans MS"/>
              </a:rPr>
              <a:t>created</a:t>
            </a:r>
            <a:r>
              <a:rPr sz="2250" spc="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50" dirty="0">
                <a:solidFill>
                  <a:srgbClr val="FF0000"/>
                </a:solidFill>
                <a:latin typeface="Comic Sans MS"/>
                <a:cs typeface="Comic Sans MS"/>
              </a:rPr>
              <a:t>using</a:t>
            </a:r>
            <a:r>
              <a:rPr sz="2250" spc="-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50" dirty="0">
                <a:solidFill>
                  <a:srgbClr val="FF0000"/>
                </a:solidFill>
                <a:latin typeface="Comic Sans MS"/>
                <a:cs typeface="Comic Sans MS"/>
              </a:rPr>
              <a:t>the</a:t>
            </a:r>
            <a:r>
              <a:rPr sz="2250" spc="-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50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sz="2250" spc="-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50" dirty="0">
                <a:solidFill>
                  <a:srgbClr val="FF0000"/>
                </a:solidFill>
                <a:latin typeface="Comic Sans MS"/>
                <a:cs typeface="Comic Sans MS"/>
              </a:rPr>
              <a:t>(anchor)</a:t>
            </a:r>
            <a:r>
              <a:rPr sz="2250" spc="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50" spc="-10" dirty="0">
                <a:solidFill>
                  <a:srgbClr val="FF0000"/>
                </a:solidFill>
                <a:latin typeface="Comic Sans MS"/>
                <a:cs typeface="Comic Sans MS"/>
              </a:rPr>
              <a:t>element</a:t>
            </a:r>
            <a:r>
              <a:rPr sz="2250" spc="-10" dirty="0">
                <a:latin typeface="Comic Sans MS"/>
                <a:cs typeface="Comic Sans MS"/>
              </a:rPr>
              <a:t>.</a:t>
            </a:r>
            <a:endParaRPr sz="2250">
              <a:latin typeface="Comic Sans MS"/>
              <a:cs typeface="Comic Sans MS"/>
            </a:endParaRPr>
          </a:p>
          <a:p>
            <a:pPr marL="460375" marR="8890" indent="-448309" algn="just">
              <a:lnSpc>
                <a:spcPts val="3120"/>
              </a:lnSpc>
              <a:spcBef>
                <a:spcPts val="165"/>
              </a:spcBef>
              <a:buSzPct val="75555"/>
              <a:buChar char="●"/>
              <a:tabLst>
                <a:tab pos="460375" algn="l"/>
                <a:tab pos="462280" algn="l"/>
              </a:tabLst>
            </a:pPr>
            <a:r>
              <a:rPr sz="2250" dirty="0">
                <a:latin typeface="Comic Sans MS"/>
                <a:cs typeface="Comic Sans MS"/>
              </a:rPr>
              <a:t>	It</a:t>
            </a:r>
            <a:r>
              <a:rPr sz="2250" spc="-35" dirty="0">
                <a:latin typeface="Comic Sans MS"/>
                <a:cs typeface="Comic Sans MS"/>
              </a:rPr>
              <a:t>  </a:t>
            </a:r>
            <a:r>
              <a:rPr sz="2250" dirty="0">
                <a:latin typeface="Comic Sans MS"/>
                <a:cs typeface="Comic Sans MS"/>
              </a:rPr>
              <a:t>defines</a:t>
            </a:r>
            <a:r>
              <a:rPr sz="2250" spc="-35" dirty="0">
                <a:latin typeface="Comic Sans MS"/>
                <a:cs typeface="Comic Sans MS"/>
              </a:rPr>
              <a:t>  </a:t>
            </a:r>
            <a:r>
              <a:rPr sz="2250" dirty="0">
                <a:latin typeface="Comic Sans MS"/>
                <a:cs typeface="Comic Sans MS"/>
              </a:rPr>
              <a:t>a</a:t>
            </a:r>
            <a:r>
              <a:rPr sz="2250" spc="-35" dirty="0">
                <a:latin typeface="Comic Sans MS"/>
                <a:cs typeface="Comic Sans MS"/>
              </a:rPr>
              <a:t>  </a:t>
            </a:r>
            <a:r>
              <a:rPr sz="2250" dirty="0">
                <a:latin typeface="Comic Sans MS"/>
                <a:cs typeface="Comic Sans MS"/>
              </a:rPr>
              <a:t>hyperlink</a:t>
            </a:r>
            <a:r>
              <a:rPr sz="2250" spc="-25" dirty="0">
                <a:latin typeface="Comic Sans MS"/>
                <a:cs typeface="Comic Sans MS"/>
              </a:rPr>
              <a:t>  </a:t>
            </a:r>
            <a:r>
              <a:rPr sz="2250" dirty="0">
                <a:latin typeface="Comic Sans MS"/>
                <a:cs typeface="Comic Sans MS"/>
              </a:rPr>
              <a:t>to</a:t>
            </a:r>
            <a:r>
              <a:rPr sz="2250" spc="-35" dirty="0">
                <a:latin typeface="Comic Sans MS"/>
                <a:cs typeface="Comic Sans MS"/>
              </a:rPr>
              <a:t>  </a:t>
            </a:r>
            <a:r>
              <a:rPr sz="2250" dirty="0">
                <a:latin typeface="Comic Sans MS"/>
                <a:cs typeface="Comic Sans MS"/>
              </a:rPr>
              <a:t>the</a:t>
            </a:r>
            <a:r>
              <a:rPr sz="2250" spc="-35" dirty="0">
                <a:latin typeface="Comic Sans MS"/>
                <a:cs typeface="Comic Sans MS"/>
              </a:rPr>
              <a:t>  </a:t>
            </a:r>
            <a:r>
              <a:rPr sz="2250" dirty="0">
                <a:latin typeface="Comic Sans MS"/>
                <a:cs typeface="Comic Sans MS"/>
              </a:rPr>
              <a:t>URL</a:t>
            </a:r>
            <a:r>
              <a:rPr sz="2250" spc="-25" dirty="0">
                <a:latin typeface="Comic Sans MS"/>
                <a:cs typeface="Comic Sans MS"/>
              </a:rPr>
              <a:t>  </a:t>
            </a:r>
            <a:r>
              <a:rPr sz="2250" dirty="0">
                <a:latin typeface="Comic Sans MS"/>
                <a:cs typeface="Comic Sans MS"/>
              </a:rPr>
              <a:t>assigned</a:t>
            </a:r>
            <a:r>
              <a:rPr sz="2250" spc="-35" dirty="0">
                <a:latin typeface="Comic Sans MS"/>
                <a:cs typeface="Comic Sans MS"/>
              </a:rPr>
              <a:t>  </a:t>
            </a:r>
            <a:r>
              <a:rPr sz="2250" dirty="0">
                <a:latin typeface="Comic Sans MS"/>
                <a:cs typeface="Comic Sans MS"/>
              </a:rPr>
              <a:t>to</a:t>
            </a:r>
            <a:r>
              <a:rPr sz="2250" spc="-30" dirty="0">
                <a:latin typeface="Comic Sans MS"/>
                <a:cs typeface="Comic Sans MS"/>
              </a:rPr>
              <a:t>  </a:t>
            </a:r>
            <a:r>
              <a:rPr sz="2250" dirty="0">
                <a:latin typeface="Comic Sans MS"/>
                <a:cs typeface="Comic Sans MS"/>
              </a:rPr>
              <a:t>attribute</a:t>
            </a:r>
            <a:r>
              <a:rPr sz="2250" spc="-30" dirty="0">
                <a:latin typeface="Comic Sans MS"/>
                <a:cs typeface="Comic Sans MS"/>
              </a:rPr>
              <a:t>  </a:t>
            </a:r>
            <a:r>
              <a:rPr sz="2250" dirty="0">
                <a:solidFill>
                  <a:srgbClr val="FF0000"/>
                </a:solidFill>
                <a:latin typeface="Comic Sans MS"/>
                <a:cs typeface="Comic Sans MS"/>
              </a:rPr>
              <a:t>href</a:t>
            </a:r>
            <a:r>
              <a:rPr sz="2250" spc="-45" dirty="0">
                <a:solidFill>
                  <a:srgbClr val="FF0000"/>
                </a:solidFill>
                <a:latin typeface="Comic Sans MS"/>
                <a:cs typeface="Comic Sans MS"/>
              </a:rPr>
              <a:t>  </a:t>
            </a:r>
            <a:r>
              <a:rPr sz="2250" spc="-10" dirty="0">
                <a:solidFill>
                  <a:srgbClr val="FF0000"/>
                </a:solidFill>
                <a:latin typeface="Comic Sans MS"/>
                <a:cs typeface="Comic Sans MS"/>
              </a:rPr>
              <a:t>(hypertext </a:t>
            </a:r>
            <a:r>
              <a:rPr sz="2250" dirty="0">
                <a:solidFill>
                  <a:srgbClr val="FF0000"/>
                </a:solidFill>
                <a:latin typeface="Comic Sans MS"/>
                <a:cs typeface="Comic Sans MS"/>
              </a:rPr>
              <a:t>reference)</a:t>
            </a:r>
            <a:r>
              <a:rPr sz="2250" dirty="0">
                <a:latin typeface="Comic Sans MS"/>
                <a:cs typeface="Comic Sans MS"/>
              </a:rPr>
              <a:t>,</a:t>
            </a:r>
            <a:r>
              <a:rPr sz="2250" spc="1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which</a:t>
            </a:r>
            <a:r>
              <a:rPr sz="2250" spc="-2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specifies</a:t>
            </a:r>
            <a:r>
              <a:rPr sz="2250" spc="-1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a</a:t>
            </a:r>
            <a:r>
              <a:rPr sz="2250" spc="1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resource’s location,</a:t>
            </a:r>
            <a:r>
              <a:rPr sz="2250" spc="1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such</a:t>
            </a:r>
            <a:r>
              <a:rPr sz="2250" spc="5" dirty="0">
                <a:latin typeface="Comic Sans MS"/>
                <a:cs typeface="Comic Sans MS"/>
              </a:rPr>
              <a:t> </a:t>
            </a:r>
            <a:r>
              <a:rPr sz="2250" spc="-25" dirty="0">
                <a:latin typeface="Comic Sans MS"/>
                <a:cs typeface="Comic Sans MS"/>
              </a:rPr>
              <a:t>as</a:t>
            </a:r>
            <a:endParaRPr sz="2250">
              <a:latin typeface="Comic Sans MS"/>
              <a:cs typeface="Comic Sans MS"/>
            </a:endParaRPr>
          </a:p>
          <a:p>
            <a:pPr marL="1155065" lvl="1" indent="-532765">
              <a:lnSpc>
                <a:spcPct val="100000"/>
              </a:lnSpc>
              <a:spcBef>
                <a:spcPts val="245"/>
              </a:spcBef>
              <a:buSzPct val="75555"/>
              <a:buFont typeface="Times New Roman"/>
              <a:buChar char="○"/>
              <a:tabLst>
                <a:tab pos="1155065" algn="l"/>
              </a:tabLst>
            </a:pPr>
            <a:r>
              <a:rPr sz="2250" dirty="0">
                <a:latin typeface="Comic Sans MS"/>
                <a:cs typeface="Comic Sans MS"/>
              </a:rPr>
              <a:t>a</a:t>
            </a:r>
            <a:r>
              <a:rPr sz="2250" spc="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web</a:t>
            </a:r>
            <a:r>
              <a:rPr sz="2250" spc="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page</a:t>
            </a:r>
            <a:r>
              <a:rPr sz="2250" spc="2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or location</a:t>
            </a:r>
            <a:r>
              <a:rPr sz="2250" spc="2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within a</a:t>
            </a:r>
            <a:r>
              <a:rPr sz="2250" spc="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web</a:t>
            </a:r>
            <a:r>
              <a:rPr sz="2250" spc="5" dirty="0">
                <a:latin typeface="Comic Sans MS"/>
                <a:cs typeface="Comic Sans MS"/>
              </a:rPr>
              <a:t> </a:t>
            </a:r>
            <a:r>
              <a:rPr sz="2250" spc="-20" dirty="0">
                <a:latin typeface="Comic Sans MS"/>
                <a:cs typeface="Comic Sans MS"/>
              </a:rPr>
              <a:t>page</a:t>
            </a:r>
            <a:endParaRPr sz="2250">
              <a:latin typeface="Comic Sans MS"/>
              <a:cs typeface="Comic Sans MS"/>
            </a:endParaRPr>
          </a:p>
          <a:p>
            <a:pPr marL="1155065" lvl="1" indent="-532765">
              <a:lnSpc>
                <a:spcPct val="100000"/>
              </a:lnSpc>
              <a:spcBef>
                <a:spcPts val="420"/>
              </a:spcBef>
              <a:buSzPct val="75555"/>
              <a:buFont typeface="Times New Roman"/>
              <a:buChar char="○"/>
              <a:tabLst>
                <a:tab pos="1155065" algn="l"/>
              </a:tabLst>
            </a:pPr>
            <a:r>
              <a:rPr sz="2250" dirty="0">
                <a:latin typeface="Comic Sans MS"/>
                <a:cs typeface="Comic Sans MS"/>
              </a:rPr>
              <a:t>a</a:t>
            </a:r>
            <a:r>
              <a:rPr sz="2250" spc="5" dirty="0">
                <a:latin typeface="Comic Sans MS"/>
                <a:cs typeface="Comic Sans MS"/>
              </a:rPr>
              <a:t> </a:t>
            </a:r>
            <a:r>
              <a:rPr sz="2250" spc="-20" dirty="0">
                <a:latin typeface="Comic Sans MS"/>
                <a:cs typeface="Comic Sans MS"/>
              </a:rPr>
              <a:t>file</a:t>
            </a:r>
            <a:endParaRPr sz="2250">
              <a:latin typeface="Comic Sans MS"/>
              <a:cs typeface="Comic Sans MS"/>
            </a:endParaRPr>
          </a:p>
          <a:p>
            <a:pPr marL="1155065" lvl="1" indent="-532765">
              <a:lnSpc>
                <a:spcPct val="100000"/>
              </a:lnSpc>
              <a:spcBef>
                <a:spcPts val="425"/>
              </a:spcBef>
              <a:buSzPct val="75555"/>
              <a:buFont typeface="Times New Roman"/>
              <a:buChar char="○"/>
              <a:tabLst>
                <a:tab pos="1155065" algn="l"/>
              </a:tabLst>
            </a:pPr>
            <a:r>
              <a:rPr sz="2250" dirty="0">
                <a:latin typeface="Comic Sans MS"/>
                <a:cs typeface="Comic Sans MS"/>
              </a:rPr>
              <a:t>an</a:t>
            </a:r>
            <a:r>
              <a:rPr sz="2250" spc="10" dirty="0">
                <a:latin typeface="Comic Sans MS"/>
                <a:cs typeface="Comic Sans MS"/>
              </a:rPr>
              <a:t> </a:t>
            </a:r>
            <a:r>
              <a:rPr sz="2250" spc="-10" dirty="0">
                <a:latin typeface="Comic Sans MS"/>
                <a:cs typeface="Comic Sans MS"/>
              </a:rPr>
              <a:t>e-</a:t>
            </a:r>
            <a:r>
              <a:rPr sz="2250" dirty="0">
                <a:latin typeface="Comic Sans MS"/>
                <a:cs typeface="Comic Sans MS"/>
              </a:rPr>
              <a:t>mail</a:t>
            </a:r>
            <a:r>
              <a:rPr sz="2250" spc="25" dirty="0">
                <a:latin typeface="Comic Sans MS"/>
                <a:cs typeface="Comic Sans MS"/>
              </a:rPr>
              <a:t> </a:t>
            </a:r>
            <a:r>
              <a:rPr sz="2250" spc="-10" dirty="0">
                <a:latin typeface="Comic Sans MS"/>
                <a:cs typeface="Comic Sans MS"/>
              </a:rPr>
              <a:t>address</a:t>
            </a:r>
            <a:endParaRPr sz="22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4967" y="459130"/>
            <a:ext cx="8357870" cy="584200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350" dirty="0">
                <a:latin typeface="Comic Sans MS"/>
                <a:cs typeface="Comic Sans MS"/>
              </a:rPr>
              <a:t>&lt;!DOCTYPE</a:t>
            </a:r>
            <a:r>
              <a:rPr sz="2350" spc="75" dirty="0">
                <a:latin typeface="Comic Sans MS"/>
                <a:cs typeface="Comic Sans MS"/>
              </a:rPr>
              <a:t> </a:t>
            </a:r>
            <a:r>
              <a:rPr sz="2350" spc="-10" dirty="0">
                <a:latin typeface="Comic Sans MS"/>
                <a:cs typeface="Comic Sans MS"/>
              </a:rPr>
              <a:t>html&gt;</a:t>
            </a:r>
            <a:endParaRPr sz="23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0" dirty="0">
                <a:latin typeface="Comic Sans MS"/>
                <a:cs typeface="Comic Sans MS"/>
              </a:rPr>
              <a:t>&lt;html&gt;</a:t>
            </a:r>
            <a:endParaRPr sz="23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2350" spc="-10" dirty="0">
                <a:latin typeface="Comic Sans MS"/>
                <a:cs typeface="Comic Sans MS"/>
              </a:rPr>
              <a:t>&lt;head&gt;</a:t>
            </a:r>
            <a:endParaRPr sz="235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59"/>
              </a:spcBef>
            </a:pPr>
            <a:r>
              <a:rPr sz="2350" dirty="0">
                <a:latin typeface="Comic Sans MS"/>
                <a:cs typeface="Comic Sans MS"/>
              </a:rPr>
              <a:t>&lt;meta</a:t>
            </a:r>
            <a:r>
              <a:rPr sz="2350" spc="-5" dirty="0">
                <a:latin typeface="Comic Sans MS"/>
                <a:cs typeface="Comic Sans MS"/>
              </a:rPr>
              <a:t> </a:t>
            </a:r>
            <a:r>
              <a:rPr sz="2350" dirty="0">
                <a:latin typeface="Comic Sans MS"/>
                <a:cs typeface="Comic Sans MS"/>
              </a:rPr>
              <a:t>charset</a:t>
            </a:r>
            <a:r>
              <a:rPr sz="2350" spc="15" dirty="0">
                <a:latin typeface="Comic Sans MS"/>
                <a:cs typeface="Comic Sans MS"/>
              </a:rPr>
              <a:t> </a:t>
            </a:r>
            <a:r>
              <a:rPr sz="2350" dirty="0">
                <a:latin typeface="Comic Sans MS"/>
                <a:cs typeface="Comic Sans MS"/>
              </a:rPr>
              <a:t>=</a:t>
            </a:r>
            <a:r>
              <a:rPr sz="2350" spc="35" dirty="0">
                <a:latin typeface="Comic Sans MS"/>
                <a:cs typeface="Comic Sans MS"/>
              </a:rPr>
              <a:t> </a:t>
            </a:r>
            <a:r>
              <a:rPr sz="2350" spc="-10" dirty="0">
                <a:latin typeface="Comic Sans MS"/>
                <a:cs typeface="Comic Sans MS"/>
              </a:rPr>
              <a:t>"utf-</a:t>
            </a:r>
            <a:r>
              <a:rPr sz="2350" spc="-25" dirty="0">
                <a:latin typeface="Comic Sans MS"/>
                <a:cs typeface="Comic Sans MS"/>
              </a:rPr>
              <a:t>8"&gt;</a:t>
            </a:r>
            <a:endParaRPr sz="235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45"/>
              </a:spcBef>
            </a:pPr>
            <a:r>
              <a:rPr sz="2350" spc="-10" dirty="0">
                <a:latin typeface="Comic Sans MS"/>
                <a:cs typeface="Comic Sans MS"/>
              </a:rPr>
              <a:t>&lt;title&gt;Image&lt;/title&gt;</a:t>
            </a:r>
            <a:endParaRPr sz="23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2350" spc="-10" dirty="0">
                <a:latin typeface="Comic Sans MS"/>
                <a:cs typeface="Comic Sans MS"/>
              </a:rPr>
              <a:t>&lt;/head&gt;</a:t>
            </a:r>
            <a:endParaRPr sz="23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2350" spc="-10" dirty="0">
                <a:latin typeface="Comic Sans MS"/>
                <a:cs typeface="Comic Sans MS"/>
              </a:rPr>
              <a:t>&lt;body&gt;</a:t>
            </a:r>
            <a:endParaRPr sz="235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50"/>
              </a:spcBef>
            </a:pPr>
            <a:r>
              <a:rPr sz="2350" dirty="0">
                <a:latin typeface="Comic Sans MS"/>
                <a:cs typeface="Comic Sans MS"/>
              </a:rPr>
              <a:t>&lt;h1&gt;Here</a:t>
            </a:r>
            <a:r>
              <a:rPr sz="2350" spc="20" dirty="0">
                <a:latin typeface="Comic Sans MS"/>
                <a:cs typeface="Comic Sans MS"/>
              </a:rPr>
              <a:t> </a:t>
            </a:r>
            <a:r>
              <a:rPr sz="2350" dirty="0">
                <a:latin typeface="Comic Sans MS"/>
                <a:cs typeface="Comic Sans MS"/>
              </a:rPr>
              <a:t>are</a:t>
            </a:r>
            <a:r>
              <a:rPr sz="2350" spc="50" dirty="0">
                <a:latin typeface="Comic Sans MS"/>
                <a:cs typeface="Comic Sans MS"/>
              </a:rPr>
              <a:t> </a:t>
            </a:r>
            <a:r>
              <a:rPr sz="2350" dirty="0">
                <a:latin typeface="Comic Sans MS"/>
                <a:cs typeface="Comic Sans MS"/>
              </a:rPr>
              <a:t>my</a:t>
            </a:r>
            <a:r>
              <a:rPr sz="2350" spc="40" dirty="0">
                <a:latin typeface="Comic Sans MS"/>
                <a:cs typeface="Comic Sans MS"/>
              </a:rPr>
              <a:t> </a:t>
            </a:r>
            <a:r>
              <a:rPr sz="2350" dirty="0">
                <a:latin typeface="Comic Sans MS"/>
                <a:cs typeface="Comic Sans MS"/>
              </a:rPr>
              <a:t>favorite</a:t>
            </a:r>
            <a:r>
              <a:rPr sz="2350" spc="45" dirty="0">
                <a:latin typeface="Comic Sans MS"/>
                <a:cs typeface="Comic Sans MS"/>
              </a:rPr>
              <a:t> </a:t>
            </a:r>
            <a:r>
              <a:rPr sz="2350" spc="-10" dirty="0">
                <a:latin typeface="Comic Sans MS"/>
                <a:cs typeface="Comic Sans MS"/>
              </a:rPr>
              <a:t>sites:&lt;/h1&gt;</a:t>
            </a:r>
            <a:endParaRPr sz="235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55"/>
              </a:spcBef>
            </a:pPr>
            <a:r>
              <a:rPr sz="2350" dirty="0">
                <a:latin typeface="Comic Sans MS"/>
                <a:cs typeface="Comic Sans MS"/>
              </a:rPr>
              <a:t>&lt;strong&gt;Click a</a:t>
            </a:r>
            <a:r>
              <a:rPr sz="2350" spc="-20" dirty="0">
                <a:latin typeface="Comic Sans MS"/>
                <a:cs typeface="Comic Sans MS"/>
              </a:rPr>
              <a:t> </a:t>
            </a:r>
            <a:r>
              <a:rPr sz="2350" dirty="0">
                <a:latin typeface="Comic Sans MS"/>
                <a:cs typeface="Comic Sans MS"/>
              </a:rPr>
              <a:t>name</a:t>
            </a:r>
            <a:r>
              <a:rPr sz="2350" spc="-5" dirty="0">
                <a:latin typeface="Comic Sans MS"/>
                <a:cs typeface="Comic Sans MS"/>
              </a:rPr>
              <a:t> </a:t>
            </a:r>
            <a:r>
              <a:rPr sz="2350" dirty="0">
                <a:latin typeface="Comic Sans MS"/>
                <a:cs typeface="Comic Sans MS"/>
              </a:rPr>
              <a:t>to</a:t>
            </a:r>
            <a:r>
              <a:rPr sz="2350" spc="10" dirty="0">
                <a:latin typeface="Comic Sans MS"/>
                <a:cs typeface="Comic Sans MS"/>
              </a:rPr>
              <a:t> </a:t>
            </a:r>
            <a:r>
              <a:rPr sz="2350" dirty="0">
                <a:latin typeface="Comic Sans MS"/>
                <a:cs typeface="Comic Sans MS"/>
              </a:rPr>
              <a:t>visit</a:t>
            </a:r>
            <a:r>
              <a:rPr sz="2350" spc="10" dirty="0">
                <a:latin typeface="Comic Sans MS"/>
                <a:cs typeface="Comic Sans MS"/>
              </a:rPr>
              <a:t> </a:t>
            </a:r>
            <a:r>
              <a:rPr sz="2350" dirty="0">
                <a:latin typeface="Comic Sans MS"/>
                <a:cs typeface="Comic Sans MS"/>
              </a:rPr>
              <a:t>that</a:t>
            </a:r>
            <a:r>
              <a:rPr sz="2350" spc="10" dirty="0">
                <a:latin typeface="Comic Sans MS"/>
                <a:cs typeface="Comic Sans MS"/>
              </a:rPr>
              <a:t> </a:t>
            </a:r>
            <a:r>
              <a:rPr sz="2350" spc="-10" dirty="0">
                <a:latin typeface="Comic Sans MS"/>
                <a:cs typeface="Comic Sans MS"/>
              </a:rPr>
              <a:t>site.&lt;/strong&gt;&lt;br&gt;</a:t>
            </a:r>
            <a:endParaRPr sz="235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55"/>
              </a:spcBef>
            </a:pPr>
            <a:r>
              <a:rPr sz="2350" dirty="0">
                <a:solidFill>
                  <a:srgbClr val="FF0000"/>
                </a:solidFill>
                <a:latin typeface="Comic Sans MS"/>
                <a:cs typeface="Comic Sans MS"/>
              </a:rPr>
              <a:t>&lt;a</a:t>
            </a:r>
            <a:r>
              <a:rPr sz="2350" spc="1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50" dirty="0">
                <a:solidFill>
                  <a:srgbClr val="FF0000"/>
                </a:solidFill>
                <a:latin typeface="Comic Sans MS"/>
                <a:cs typeface="Comic Sans MS"/>
              </a:rPr>
              <a:t>href</a:t>
            </a:r>
            <a:r>
              <a:rPr sz="2350" spc="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50" dirty="0">
                <a:solidFill>
                  <a:srgbClr val="FF0000"/>
                </a:solidFill>
                <a:latin typeface="Comic Sans MS"/>
                <a:cs typeface="Comic Sans MS"/>
              </a:rPr>
              <a:t>=</a:t>
            </a:r>
            <a:r>
              <a:rPr sz="2350" spc="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50" spc="-10" dirty="0">
                <a:solidFill>
                  <a:srgbClr val="FF0000"/>
                </a:solidFill>
                <a:latin typeface="Comic Sans MS"/>
                <a:cs typeface="Comic Sans MS"/>
                <a:hlinkClick r:id="rId2"/>
              </a:rPr>
              <a:t>"http://www.facebook.com</a:t>
            </a:r>
            <a:r>
              <a:rPr sz="2350" spc="-10" dirty="0">
                <a:solidFill>
                  <a:srgbClr val="FF0000"/>
                </a:solidFill>
                <a:latin typeface="Comic Sans MS"/>
                <a:cs typeface="Comic Sans MS"/>
              </a:rPr>
              <a:t>"&gt;</a:t>
            </a:r>
            <a:r>
              <a:rPr sz="2350" spc="-10" dirty="0">
                <a:latin typeface="Comic Sans MS"/>
                <a:cs typeface="Comic Sans MS"/>
              </a:rPr>
              <a:t>Facebook</a:t>
            </a:r>
            <a:r>
              <a:rPr sz="2350" spc="-10" dirty="0">
                <a:solidFill>
                  <a:srgbClr val="FF0000"/>
                </a:solidFill>
                <a:latin typeface="Comic Sans MS"/>
                <a:cs typeface="Comic Sans MS"/>
              </a:rPr>
              <a:t>&lt;/a&gt;</a:t>
            </a:r>
            <a:r>
              <a:rPr sz="2350" spc="-10" dirty="0">
                <a:latin typeface="Comic Sans MS"/>
                <a:cs typeface="Comic Sans MS"/>
              </a:rPr>
              <a:t>&lt;br&gt;</a:t>
            </a:r>
            <a:endParaRPr sz="235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45"/>
              </a:spcBef>
            </a:pPr>
            <a:r>
              <a:rPr sz="2350" dirty="0">
                <a:latin typeface="Comic Sans MS"/>
                <a:cs typeface="Comic Sans MS"/>
              </a:rPr>
              <a:t>&lt;a</a:t>
            </a:r>
            <a:r>
              <a:rPr sz="2350" spc="10" dirty="0">
                <a:latin typeface="Comic Sans MS"/>
                <a:cs typeface="Comic Sans MS"/>
              </a:rPr>
              <a:t> </a:t>
            </a:r>
            <a:r>
              <a:rPr sz="2350" dirty="0">
                <a:latin typeface="Comic Sans MS"/>
                <a:cs typeface="Comic Sans MS"/>
              </a:rPr>
              <a:t>href</a:t>
            </a:r>
            <a:r>
              <a:rPr sz="2350" spc="15" dirty="0">
                <a:latin typeface="Comic Sans MS"/>
                <a:cs typeface="Comic Sans MS"/>
              </a:rPr>
              <a:t> </a:t>
            </a:r>
            <a:r>
              <a:rPr sz="2350" dirty="0">
                <a:latin typeface="Comic Sans MS"/>
                <a:cs typeface="Comic Sans MS"/>
              </a:rPr>
              <a:t>=</a:t>
            </a:r>
            <a:r>
              <a:rPr sz="2350" spc="30" dirty="0">
                <a:latin typeface="Comic Sans MS"/>
                <a:cs typeface="Comic Sans MS"/>
              </a:rPr>
              <a:t> </a:t>
            </a:r>
            <a:r>
              <a:rPr sz="2350" spc="-10" dirty="0">
                <a:latin typeface="Comic Sans MS"/>
                <a:cs typeface="Comic Sans MS"/>
                <a:hlinkClick r:id="rId3"/>
              </a:rPr>
              <a:t>"http://www.twitter.com</a:t>
            </a:r>
            <a:r>
              <a:rPr sz="2350" spc="-10" dirty="0">
                <a:latin typeface="Comic Sans MS"/>
                <a:cs typeface="Comic Sans MS"/>
              </a:rPr>
              <a:t>"&gt;twitter&lt;/a&gt;&lt;br&gt;</a:t>
            </a:r>
            <a:endParaRPr sz="235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55"/>
              </a:spcBef>
            </a:pPr>
            <a:r>
              <a:rPr sz="2350" dirty="0">
                <a:latin typeface="Comic Sans MS"/>
                <a:cs typeface="Comic Sans MS"/>
              </a:rPr>
              <a:t>&lt;a</a:t>
            </a:r>
            <a:r>
              <a:rPr sz="2350" spc="15" dirty="0">
                <a:latin typeface="Comic Sans MS"/>
                <a:cs typeface="Comic Sans MS"/>
              </a:rPr>
              <a:t> </a:t>
            </a:r>
            <a:r>
              <a:rPr sz="2350" dirty="0">
                <a:latin typeface="Comic Sans MS"/>
                <a:cs typeface="Comic Sans MS"/>
              </a:rPr>
              <a:t>href</a:t>
            </a:r>
            <a:r>
              <a:rPr sz="2350" spc="20" dirty="0">
                <a:latin typeface="Comic Sans MS"/>
                <a:cs typeface="Comic Sans MS"/>
              </a:rPr>
              <a:t> </a:t>
            </a:r>
            <a:r>
              <a:rPr sz="2350" dirty="0">
                <a:latin typeface="Comic Sans MS"/>
                <a:cs typeface="Comic Sans MS"/>
              </a:rPr>
              <a:t>=</a:t>
            </a:r>
            <a:r>
              <a:rPr sz="2350" spc="35" dirty="0">
                <a:latin typeface="Comic Sans MS"/>
                <a:cs typeface="Comic Sans MS"/>
              </a:rPr>
              <a:t> </a:t>
            </a:r>
            <a:r>
              <a:rPr sz="2350" spc="-10" dirty="0">
                <a:latin typeface="Comic Sans MS"/>
                <a:cs typeface="Comic Sans MS"/>
              </a:rPr>
              <a:t>"</a:t>
            </a:r>
            <a:r>
              <a:rPr sz="235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omic Sans MS"/>
                <a:cs typeface="Comic Sans MS"/>
                <a:hlinkClick r:id="rId4"/>
              </a:rPr>
              <a:t>http://www.google.com</a:t>
            </a:r>
            <a:r>
              <a:rPr sz="2350" spc="-10" dirty="0">
                <a:latin typeface="Comic Sans MS"/>
                <a:cs typeface="Comic Sans MS"/>
              </a:rPr>
              <a:t>"&gt;google&lt;/a&gt;&lt;br&gt;</a:t>
            </a:r>
            <a:endParaRPr sz="23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350" spc="-10" dirty="0">
                <a:latin typeface="Comic Sans MS"/>
                <a:cs typeface="Comic Sans MS"/>
              </a:rPr>
              <a:t>&lt;/body&gt;</a:t>
            </a:r>
            <a:endParaRPr sz="23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2350" spc="-10" dirty="0">
                <a:latin typeface="Comic Sans MS"/>
                <a:cs typeface="Comic Sans MS"/>
              </a:rPr>
              <a:t>&lt;/html&gt;</a:t>
            </a:r>
            <a:endParaRPr sz="23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947" y="342900"/>
            <a:ext cx="1136142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239" y="287782"/>
            <a:ext cx="5489575" cy="415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50" b="1" dirty="0">
                <a:latin typeface="Comic Sans MS"/>
                <a:cs typeface="Comic Sans MS"/>
              </a:rPr>
              <a:t>Hyperlinking</a:t>
            </a:r>
            <a:r>
              <a:rPr sz="2550" b="1" spc="15" dirty="0">
                <a:latin typeface="Comic Sans MS"/>
                <a:cs typeface="Comic Sans MS"/>
              </a:rPr>
              <a:t> </a:t>
            </a:r>
            <a:r>
              <a:rPr sz="2550" b="1" dirty="0">
                <a:latin typeface="Comic Sans MS"/>
                <a:cs typeface="Comic Sans MS"/>
              </a:rPr>
              <a:t>to</a:t>
            </a:r>
            <a:r>
              <a:rPr sz="2550" b="1" spc="20" dirty="0">
                <a:latin typeface="Comic Sans MS"/>
                <a:cs typeface="Comic Sans MS"/>
              </a:rPr>
              <a:t> </a:t>
            </a:r>
            <a:r>
              <a:rPr sz="2550" b="1" dirty="0">
                <a:latin typeface="Comic Sans MS"/>
                <a:cs typeface="Comic Sans MS"/>
              </a:rPr>
              <a:t>an</a:t>
            </a:r>
            <a:r>
              <a:rPr sz="2550" b="1" spc="5" dirty="0">
                <a:latin typeface="Comic Sans MS"/>
                <a:cs typeface="Comic Sans MS"/>
              </a:rPr>
              <a:t> </a:t>
            </a:r>
            <a:r>
              <a:rPr sz="2550" b="1" spc="-20" dirty="0">
                <a:latin typeface="Comic Sans MS"/>
                <a:cs typeface="Comic Sans MS"/>
              </a:rPr>
              <a:t>E-</a:t>
            </a:r>
            <a:r>
              <a:rPr sz="2550" b="1" dirty="0">
                <a:latin typeface="Comic Sans MS"/>
                <a:cs typeface="Comic Sans MS"/>
              </a:rPr>
              <a:t>Mail</a:t>
            </a:r>
            <a:r>
              <a:rPr sz="2550" b="1" spc="20" dirty="0">
                <a:latin typeface="Comic Sans MS"/>
                <a:cs typeface="Comic Sans MS"/>
              </a:rPr>
              <a:t> </a:t>
            </a:r>
            <a:r>
              <a:rPr sz="2550" b="1" spc="-10" dirty="0">
                <a:latin typeface="Comic Sans MS"/>
                <a:cs typeface="Comic Sans MS"/>
              </a:rPr>
              <a:t>Address</a:t>
            </a:r>
            <a:endParaRPr sz="255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4967" y="958443"/>
            <a:ext cx="7211059" cy="446087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2300" dirty="0">
                <a:latin typeface="Comic Sans MS"/>
                <a:cs typeface="Comic Sans MS"/>
              </a:rPr>
              <a:t>&lt;!DOCTYPE</a:t>
            </a:r>
            <a:r>
              <a:rPr sz="2300" spc="-20" dirty="0">
                <a:latin typeface="Comic Sans MS"/>
                <a:cs typeface="Comic Sans MS"/>
              </a:rPr>
              <a:t> </a:t>
            </a:r>
            <a:r>
              <a:rPr sz="2300" spc="-10" dirty="0">
                <a:latin typeface="Comic Sans MS"/>
                <a:cs typeface="Comic Sans MS"/>
              </a:rPr>
              <a:t>html&gt;</a:t>
            </a:r>
            <a:endParaRPr sz="2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300" spc="-10" dirty="0">
                <a:latin typeface="Comic Sans MS"/>
                <a:cs typeface="Comic Sans MS"/>
              </a:rPr>
              <a:t>&lt;html&gt;</a:t>
            </a:r>
            <a:endParaRPr sz="2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300" spc="-10" dirty="0">
                <a:latin typeface="Comic Sans MS"/>
                <a:cs typeface="Comic Sans MS"/>
              </a:rPr>
              <a:t>&lt;head&gt;</a:t>
            </a:r>
            <a:endParaRPr sz="230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25"/>
              </a:spcBef>
            </a:pPr>
            <a:r>
              <a:rPr sz="2300" dirty="0">
                <a:latin typeface="Comic Sans MS"/>
                <a:cs typeface="Comic Sans MS"/>
              </a:rPr>
              <a:t>&lt;meta</a:t>
            </a:r>
            <a:r>
              <a:rPr sz="2300" spc="-15" dirty="0">
                <a:latin typeface="Comic Sans MS"/>
                <a:cs typeface="Comic Sans MS"/>
              </a:rPr>
              <a:t> </a:t>
            </a:r>
            <a:r>
              <a:rPr sz="2300" dirty="0">
                <a:latin typeface="Comic Sans MS"/>
                <a:cs typeface="Comic Sans MS"/>
              </a:rPr>
              <a:t>charset</a:t>
            </a:r>
            <a:r>
              <a:rPr sz="2300" spc="-15" dirty="0">
                <a:latin typeface="Comic Sans MS"/>
                <a:cs typeface="Comic Sans MS"/>
              </a:rPr>
              <a:t> </a:t>
            </a:r>
            <a:r>
              <a:rPr sz="2300" dirty="0">
                <a:latin typeface="Comic Sans MS"/>
                <a:cs typeface="Comic Sans MS"/>
              </a:rPr>
              <a:t>=</a:t>
            </a:r>
            <a:r>
              <a:rPr sz="2300" spc="-10" dirty="0">
                <a:latin typeface="Comic Sans MS"/>
                <a:cs typeface="Comic Sans MS"/>
              </a:rPr>
              <a:t> </a:t>
            </a:r>
            <a:r>
              <a:rPr sz="2300" spc="-20" dirty="0">
                <a:latin typeface="Comic Sans MS"/>
                <a:cs typeface="Comic Sans MS"/>
              </a:rPr>
              <a:t>"utf-</a:t>
            </a:r>
            <a:r>
              <a:rPr sz="2300" spc="-25" dirty="0">
                <a:latin typeface="Comic Sans MS"/>
                <a:cs typeface="Comic Sans MS"/>
              </a:rPr>
              <a:t>8"&gt;</a:t>
            </a:r>
            <a:endParaRPr sz="230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05"/>
              </a:spcBef>
            </a:pPr>
            <a:r>
              <a:rPr sz="2300" spc="-10" dirty="0">
                <a:latin typeface="Comic Sans MS"/>
                <a:cs typeface="Comic Sans MS"/>
              </a:rPr>
              <a:t>&lt;title&gt;link&lt;/title&gt;</a:t>
            </a:r>
            <a:endParaRPr sz="2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300" spc="-10" dirty="0">
                <a:latin typeface="Comic Sans MS"/>
                <a:cs typeface="Comic Sans MS"/>
              </a:rPr>
              <a:t>&lt;/head&gt;</a:t>
            </a:r>
            <a:endParaRPr sz="2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300" spc="-10" dirty="0">
                <a:latin typeface="Comic Sans MS"/>
                <a:cs typeface="Comic Sans MS"/>
              </a:rPr>
              <a:t>&lt;body&gt;</a:t>
            </a:r>
            <a:endParaRPr sz="230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20"/>
              </a:spcBef>
            </a:pPr>
            <a:r>
              <a:rPr sz="2300" dirty="0">
                <a:latin typeface="Comic Sans MS"/>
                <a:cs typeface="Comic Sans MS"/>
              </a:rPr>
              <a:t>click</a:t>
            </a:r>
            <a:r>
              <a:rPr sz="2300" spc="-30" dirty="0">
                <a:latin typeface="Comic Sans MS"/>
                <a:cs typeface="Comic Sans MS"/>
              </a:rPr>
              <a:t> </a:t>
            </a:r>
            <a:r>
              <a:rPr sz="2300" dirty="0">
                <a:latin typeface="Comic Sans MS"/>
                <a:cs typeface="Comic Sans MS"/>
              </a:rPr>
              <a:t>the</a:t>
            </a:r>
            <a:r>
              <a:rPr sz="2300" spc="-25" dirty="0">
                <a:latin typeface="Comic Sans MS"/>
                <a:cs typeface="Comic Sans MS"/>
              </a:rPr>
              <a:t> </a:t>
            </a:r>
            <a:r>
              <a:rPr sz="2300" spc="-20" dirty="0">
                <a:latin typeface="Comic Sans MS"/>
                <a:cs typeface="Comic Sans MS"/>
              </a:rPr>
              <a:t>link</a:t>
            </a:r>
            <a:endParaRPr sz="230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09"/>
              </a:spcBef>
            </a:pPr>
            <a:r>
              <a:rPr sz="2300" dirty="0">
                <a:latin typeface="Comic Sans MS"/>
                <a:cs typeface="Comic Sans MS"/>
              </a:rPr>
              <a:t>&lt;a</a:t>
            </a:r>
            <a:r>
              <a:rPr sz="2300" spc="-15" dirty="0">
                <a:latin typeface="Comic Sans MS"/>
                <a:cs typeface="Comic Sans MS"/>
              </a:rPr>
              <a:t> </a:t>
            </a:r>
            <a:r>
              <a:rPr sz="2300" dirty="0">
                <a:latin typeface="Comic Sans MS"/>
                <a:cs typeface="Comic Sans MS"/>
              </a:rPr>
              <a:t>href</a:t>
            </a:r>
            <a:r>
              <a:rPr sz="2300" spc="-5" dirty="0">
                <a:latin typeface="Comic Sans MS"/>
                <a:cs typeface="Comic Sans MS"/>
              </a:rPr>
              <a:t> </a:t>
            </a:r>
            <a:r>
              <a:rPr sz="2300" dirty="0">
                <a:latin typeface="Comic Sans MS"/>
                <a:cs typeface="Comic Sans MS"/>
              </a:rPr>
              <a:t>=</a:t>
            </a:r>
            <a:r>
              <a:rPr sz="2300" spc="-15" dirty="0">
                <a:latin typeface="Comic Sans MS"/>
                <a:cs typeface="Comic Sans MS"/>
              </a:rPr>
              <a:t> </a:t>
            </a:r>
            <a:r>
              <a:rPr sz="2300" spc="-10" dirty="0">
                <a:latin typeface="Comic Sans MS"/>
                <a:cs typeface="Comic Sans MS"/>
                <a:hlinkClick r:id="rId2"/>
              </a:rPr>
              <a:t>"mailto:crdhivyait@gmail.com"</a:t>
            </a:r>
            <a:r>
              <a:rPr sz="2300" spc="-10" dirty="0">
                <a:latin typeface="Comic Sans MS"/>
                <a:cs typeface="Comic Sans MS"/>
              </a:rPr>
              <a:t>&gt;</a:t>
            </a:r>
            <a:r>
              <a:rPr sz="2300" spc="-10" dirty="0">
                <a:solidFill>
                  <a:srgbClr val="FF0000"/>
                </a:solidFill>
                <a:latin typeface="Comic Sans MS"/>
                <a:cs typeface="Comic Sans MS"/>
              </a:rPr>
              <a:t>mail</a:t>
            </a:r>
            <a:r>
              <a:rPr sz="2300" spc="-10" dirty="0">
                <a:latin typeface="Comic Sans MS"/>
                <a:cs typeface="Comic Sans MS"/>
              </a:rPr>
              <a:t>&lt;/a&gt;</a:t>
            </a:r>
            <a:endParaRPr sz="2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300" spc="-10" dirty="0">
                <a:latin typeface="Comic Sans MS"/>
                <a:cs typeface="Comic Sans MS"/>
              </a:rPr>
              <a:t>&lt;/body&gt;</a:t>
            </a:r>
            <a:endParaRPr sz="2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300" spc="-10" dirty="0">
                <a:latin typeface="Comic Sans MS"/>
                <a:cs typeface="Comic Sans MS"/>
              </a:rPr>
              <a:t>&lt;/html&gt;</a:t>
            </a:r>
            <a:endParaRPr sz="2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051" y="592836"/>
            <a:ext cx="11436096" cy="582625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3" y="219456"/>
            <a:ext cx="12114276" cy="646633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967" y="107391"/>
            <a:ext cx="39751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Comic Sans MS"/>
                <a:cs typeface="Comic Sans MS"/>
              </a:rPr>
              <a:t>Link</a:t>
            </a:r>
            <a:r>
              <a:rPr sz="4000" b="1" spc="-55" dirty="0">
                <a:latin typeface="Comic Sans MS"/>
                <a:cs typeface="Comic Sans MS"/>
              </a:rPr>
              <a:t> </a:t>
            </a:r>
            <a:r>
              <a:rPr sz="4000" b="1" dirty="0">
                <a:latin typeface="Comic Sans MS"/>
                <a:cs typeface="Comic Sans MS"/>
              </a:rPr>
              <a:t>to</a:t>
            </a:r>
            <a:r>
              <a:rPr sz="4000" b="1" spc="-70" dirty="0">
                <a:latin typeface="Comic Sans MS"/>
                <a:cs typeface="Comic Sans MS"/>
              </a:rPr>
              <a:t> </a:t>
            </a:r>
            <a:r>
              <a:rPr sz="4000" b="1" spc="-10" dirty="0">
                <a:latin typeface="Comic Sans MS"/>
                <a:cs typeface="Comic Sans MS"/>
              </a:rPr>
              <a:t>webpage</a:t>
            </a:r>
            <a:endParaRPr sz="40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4967" y="846632"/>
            <a:ext cx="5312410" cy="535305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2500" b="1" spc="-10" dirty="0">
                <a:latin typeface="Comic Sans MS"/>
                <a:cs typeface="Comic Sans MS"/>
              </a:rPr>
              <a:t>link.html</a:t>
            </a:r>
            <a:endParaRPr sz="25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2500" dirty="0">
                <a:latin typeface="Comic Sans MS"/>
                <a:cs typeface="Comic Sans MS"/>
              </a:rPr>
              <a:t>&lt;!DOCTYPE</a:t>
            </a:r>
            <a:r>
              <a:rPr sz="2500" spc="130" dirty="0">
                <a:latin typeface="Comic Sans MS"/>
                <a:cs typeface="Comic Sans MS"/>
              </a:rPr>
              <a:t> </a:t>
            </a:r>
            <a:r>
              <a:rPr sz="2500" spc="-10" dirty="0">
                <a:latin typeface="Comic Sans MS"/>
                <a:cs typeface="Comic Sans MS"/>
              </a:rPr>
              <a:t>html&gt;</a:t>
            </a:r>
            <a:endParaRPr sz="25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2500" spc="-10" dirty="0">
                <a:latin typeface="Comic Sans MS"/>
                <a:cs typeface="Comic Sans MS"/>
              </a:rPr>
              <a:t>&lt;html&gt;</a:t>
            </a:r>
            <a:endParaRPr sz="25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2500" spc="-10" dirty="0">
                <a:latin typeface="Comic Sans MS"/>
                <a:cs typeface="Comic Sans MS"/>
              </a:rPr>
              <a:t>&lt;head&gt;</a:t>
            </a:r>
            <a:endParaRPr sz="250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505"/>
              </a:spcBef>
            </a:pPr>
            <a:r>
              <a:rPr sz="2500" dirty="0">
                <a:latin typeface="Comic Sans MS"/>
                <a:cs typeface="Comic Sans MS"/>
              </a:rPr>
              <a:t>&lt;meta</a:t>
            </a:r>
            <a:r>
              <a:rPr sz="2500" spc="60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charset</a:t>
            </a:r>
            <a:r>
              <a:rPr sz="2500" spc="65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=</a:t>
            </a:r>
            <a:r>
              <a:rPr sz="2500" spc="65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"utf-</a:t>
            </a:r>
            <a:r>
              <a:rPr sz="2500" spc="-25" dirty="0">
                <a:latin typeface="Comic Sans MS"/>
                <a:cs typeface="Comic Sans MS"/>
              </a:rPr>
              <a:t>8"&gt;</a:t>
            </a:r>
            <a:endParaRPr sz="250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90"/>
              </a:spcBef>
            </a:pPr>
            <a:r>
              <a:rPr sz="2500" spc="-10" dirty="0">
                <a:latin typeface="Comic Sans MS"/>
                <a:cs typeface="Comic Sans MS"/>
              </a:rPr>
              <a:t>&lt;title&gt;link&lt;/title&gt;</a:t>
            </a:r>
            <a:endParaRPr sz="25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2500" spc="-10" dirty="0">
                <a:latin typeface="Comic Sans MS"/>
                <a:cs typeface="Comic Sans MS"/>
              </a:rPr>
              <a:t>&lt;/head&gt;</a:t>
            </a:r>
            <a:endParaRPr sz="25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500" spc="-10" dirty="0">
                <a:latin typeface="Comic Sans MS"/>
                <a:cs typeface="Comic Sans MS"/>
              </a:rPr>
              <a:t>&lt;body&gt;</a:t>
            </a:r>
            <a:endParaRPr sz="250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95"/>
              </a:spcBef>
            </a:pPr>
            <a:r>
              <a:rPr sz="2500" dirty="0">
                <a:latin typeface="Comic Sans MS"/>
                <a:cs typeface="Comic Sans MS"/>
              </a:rPr>
              <a:t>click</a:t>
            </a:r>
            <a:r>
              <a:rPr sz="2500" spc="55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the</a:t>
            </a:r>
            <a:r>
              <a:rPr sz="2500" spc="45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link</a:t>
            </a:r>
            <a:r>
              <a:rPr sz="2500" spc="60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to</a:t>
            </a:r>
            <a:r>
              <a:rPr sz="2500" spc="45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view</a:t>
            </a:r>
            <a:r>
              <a:rPr sz="2500" spc="50" dirty="0">
                <a:latin typeface="Comic Sans MS"/>
                <a:cs typeface="Comic Sans MS"/>
              </a:rPr>
              <a:t> </a:t>
            </a:r>
            <a:r>
              <a:rPr sz="2500" spc="-10" dirty="0">
                <a:latin typeface="Comic Sans MS"/>
                <a:cs typeface="Comic Sans MS"/>
              </a:rPr>
              <a:t>image&lt;br&gt;</a:t>
            </a:r>
            <a:endParaRPr sz="250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90"/>
              </a:spcBef>
            </a:pPr>
            <a:r>
              <a:rPr sz="2500" dirty="0">
                <a:solidFill>
                  <a:srgbClr val="FF0000"/>
                </a:solidFill>
                <a:latin typeface="Comic Sans MS"/>
                <a:cs typeface="Comic Sans MS"/>
              </a:rPr>
              <a:t>&lt;a</a:t>
            </a:r>
            <a:r>
              <a:rPr sz="2500" spc="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500" dirty="0">
                <a:solidFill>
                  <a:srgbClr val="FF0000"/>
                </a:solidFill>
                <a:latin typeface="Comic Sans MS"/>
                <a:cs typeface="Comic Sans MS"/>
              </a:rPr>
              <a:t>href</a:t>
            </a:r>
            <a:r>
              <a:rPr sz="2500" spc="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500" dirty="0">
                <a:solidFill>
                  <a:srgbClr val="FF0000"/>
                </a:solidFill>
                <a:latin typeface="Comic Sans MS"/>
                <a:cs typeface="Comic Sans MS"/>
              </a:rPr>
              <a:t>=</a:t>
            </a:r>
            <a:r>
              <a:rPr sz="2500" spc="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500" spc="-10" dirty="0">
                <a:solidFill>
                  <a:srgbClr val="FF0000"/>
                </a:solidFill>
                <a:latin typeface="Comic Sans MS"/>
                <a:cs typeface="Comic Sans MS"/>
              </a:rPr>
              <a:t>"image.html"&gt;click&lt;/a&gt;</a:t>
            </a:r>
            <a:endParaRPr sz="25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2500" spc="-10" dirty="0">
                <a:latin typeface="Comic Sans MS"/>
                <a:cs typeface="Comic Sans MS"/>
              </a:rPr>
              <a:t>&lt;/body&gt;</a:t>
            </a:r>
            <a:endParaRPr sz="25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500" spc="-10" dirty="0">
                <a:latin typeface="Comic Sans MS"/>
                <a:cs typeface="Comic Sans MS"/>
              </a:rPr>
              <a:t>&lt;/html&gt;</a:t>
            </a:r>
            <a:endParaRPr sz="25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051" y="501395"/>
            <a:ext cx="11359896" cy="601218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051" y="546590"/>
            <a:ext cx="11359896" cy="478708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967" y="107391"/>
            <a:ext cx="6536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Using</a:t>
            </a:r>
            <a:r>
              <a:rPr sz="4000" spc="-70" dirty="0"/>
              <a:t> </a:t>
            </a:r>
            <a:r>
              <a:rPr sz="4000" dirty="0"/>
              <a:t>Images</a:t>
            </a:r>
            <a:r>
              <a:rPr sz="4000" spc="-80" dirty="0"/>
              <a:t> </a:t>
            </a:r>
            <a:r>
              <a:rPr sz="4000" dirty="0"/>
              <a:t>as</a:t>
            </a:r>
            <a:r>
              <a:rPr sz="4000" spc="-100" dirty="0"/>
              <a:t> </a:t>
            </a:r>
            <a:r>
              <a:rPr sz="4000" spc="-10" dirty="0"/>
              <a:t>Hyperlinks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24967" y="702335"/>
            <a:ext cx="11395710" cy="595058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250" b="1" u="sng" spc="-10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tajmahal.html</a:t>
            </a:r>
            <a:endParaRPr sz="22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250" dirty="0">
                <a:latin typeface="Comic Sans MS"/>
                <a:cs typeface="Comic Sans MS"/>
              </a:rPr>
              <a:t>&lt;!DOCTYPE</a:t>
            </a:r>
            <a:r>
              <a:rPr sz="2250" spc="-20" dirty="0">
                <a:latin typeface="Comic Sans MS"/>
                <a:cs typeface="Comic Sans MS"/>
              </a:rPr>
              <a:t> html&gt;</a:t>
            </a:r>
            <a:endParaRPr sz="22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250" spc="-10" dirty="0">
                <a:latin typeface="Comic Sans MS"/>
                <a:cs typeface="Comic Sans MS"/>
              </a:rPr>
              <a:t>&lt;html&gt;</a:t>
            </a:r>
            <a:endParaRPr sz="22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250" spc="-10" dirty="0">
                <a:latin typeface="Comic Sans MS"/>
                <a:cs typeface="Comic Sans MS"/>
              </a:rPr>
              <a:t>&lt;head&gt;</a:t>
            </a:r>
            <a:endParaRPr sz="225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05"/>
              </a:spcBef>
            </a:pPr>
            <a:r>
              <a:rPr sz="2250" dirty="0">
                <a:latin typeface="Comic Sans MS"/>
                <a:cs typeface="Comic Sans MS"/>
              </a:rPr>
              <a:t>&lt;meta</a:t>
            </a:r>
            <a:r>
              <a:rPr sz="2250" spc="-4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charset</a:t>
            </a:r>
            <a:r>
              <a:rPr sz="2250" spc="-2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=</a:t>
            </a:r>
            <a:r>
              <a:rPr sz="2250" spc="-2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"utf-</a:t>
            </a:r>
            <a:r>
              <a:rPr sz="2250" spc="-25" dirty="0">
                <a:latin typeface="Comic Sans MS"/>
                <a:cs typeface="Comic Sans MS"/>
              </a:rPr>
              <a:t>8"&gt;</a:t>
            </a:r>
            <a:endParaRPr sz="225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09"/>
              </a:spcBef>
            </a:pPr>
            <a:r>
              <a:rPr sz="2250" spc="-10" dirty="0">
                <a:latin typeface="Comic Sans MS"/>
                <a:cs typeface="Comic Sans MS"/>
              </a:rPr>
              <a:t>&lt;title&gt;link&lt;/title&gt;</a:t>
            </a:r>
            <a:endParaRPr sz="22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250" spc="-10" dirty="0">
                <a:latin typeface="Comic Sans MS"/>
                <a:cs typeface="Comic Sans MS"/>
              </a:rPr>
              <a:t>&lt;/head&gt;</a:t>
            </a:r>
            <a:endParaRPr sz="22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250" dirty="0">
                <a:latin typeface="Comic Sans MS"/>
                <a:cs typeface="Comic Sans MS"/>
              </a:rPr>
              <a:t>&lt;body</a:t>
            </a:r>
            <a:r>
              <a:rPr sz="2250" spc="-60" dirty="0">
                <a:latin typeface="Comic Sans MS"/>
                <a:cs typeface="Comic Sans MS"/>
              </a:rPr>
              <a:t> </a:t>
            </a:r>
            <a:r>
              <a:rPr sz="2250" spc="-10" dirty="0">
                <a:latin typeface="Comic Sans MS"/>
                <a:cs typeface="Comic Sans MS"/>
              </a:rPr>
              <a:t>bgcolor="red"&gt;</a:t>
            </a:r>
            <a:endParaRPr sz="225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05"/>
              </a:spcBef>
            </a:pPr>
            <a:r>
              <a:rPr sz="2250" spc="-10" dirty="0">
                <a:latin typeface="Comic Sans MS"/>
                <a:cs typeface="Comic Sans MS"/>
              </a:rPr>
              <a:t>&lt;h1&gt;&lt;center&gt;TAJMAHAL&lt;/center&gt;&lt;/h1&gt;</a:t>
            </a:r>
            <a:endParaRPr sz="2250">
              <a:latin typeface="Comic Sans MS"/>
              <a:cs typeface="Comic Sans MS"/>
            </a:endParaRPr>
          </a:p>
          <a:p>
            <a:pPr marL="622300" marR="5080">
              <a:lnSpc>
                <a:spcPct val="115100"/>
              </a:lnSpc>
            </a:pPr>
            <a:r>
              <a:rPr sz="2250" dirty="0">
                <a:latin typeface="Comic Sans MS"/>
                <a:cs typeface="Comic Sans MS"/>
              </a:rPr>
              <a:t>&lt;p&gt;The</a:t>
            </a:r>
            <a:r>
              <a:rPr sz="2250" spc="-3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Taj</a:t>
            </a:r>
            <a:r>
              <a:rPr sz="2250" spc="-1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Mahal</a:t>
            </a:r>
            <a:r>
              <a:rPr sz="2250" spc="-3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was</a:t>
            </a:r>
            <a:r>
              <a:rPr sz="2250" spc="-2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built</a:t>
            </a:r>
            <a:r>
              <a:rPr sz="2250" spc="-2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by</a:t>
            </a:r>
            <a:r>
              <a:rPr sz="2250" spc="-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the</a:t>
            </a:r>
            <a:r>
              <a:rPr sz="2250" spc="-3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Mughal</a:t>
            </a:r>
            <a:r>
              <a:rPr sz="2250" spc="-3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emperor</a:t>
            </a:r>
            <a:r>
              <a:rPr sz="2250" spc="-1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Shah</a:t>
            </a:r>
            <a:r>
              <a:rPr sz="2250" spc="-2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Jahān</a:t>
            </a:r>
            <a:r>
              <a:rPr sz="2250" spc="-2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(reigned</a:t>
            </a:r>
            <a:r>
              <a:rPr sz="2250" spc="-10" dirty="0">
                <a:latin typeface="Comic Sans MS"/>
                <a:cs typeface="Comic Sans MS"/>
              </a:rPr>
              <a:t> 1628– </a:t>
            </a:r>
            <a:r>
              <a:rPr sz="2250" dirty="0">
                <a:latin typeface="Comic Sans MS"/>
                <a:cs typeface="Comic Sans MS"/>
              </a:rPr>
              <a:t>58)</a:t>
            </a:r>
            <a:r>
              <a:rPr sz="2250" spc="-2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to</a:t>
            </a:r>
            <a:r>
              <a:rPr sz="2250" spc="-1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immortalize</a:t>
            </a:r>
            <a:r>
              <a:rPr sz="2250" spc="-1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his</a:t>
            </a:r>
            <a:r>
              <a:rPr sz="2250" spc="-1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wife</a:t>
            </a:r>
            <a:r>
              <a:rPr sz="2250" spc="-2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Mumtaz</a:t>
            </a:r>
            <a:r>
              <a:rPr sz="2250" spc="-3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Mahal</a:t>
            </a:r>
            <a:r>
              <a:rPr sz="2250" spc="-3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(“Chosen</a:t>
            </a:r>
            <a:r>
              <a:rPr sz="2250" spc="-2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One</a:t>
            </a:r>
            <a:r>
              <a:rPr sz="2250" spc="-1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of</a:t>
            </a:r>
            <a:r>
              <a:rPr sz="2250" spc="-1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the</a:t>
            </a:r>
            <a:r>
              <a:rPr sz="2250" spc="-2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Palace”),</a:t>
            </a:r>
            <a:r>
              <a:rPr sz="2250" spc="-25" dirty="0">
                <a:latin typeface="Comic Sans MS"/>
                <a:cs typeface="Comic Sans MS"/>
              </a:rPr>
              <a:t> who </a:t>
            </a:r>
            <a:r>
              <a:rPr sz="2250" dirty="0">
                <a:latin typeface="Comic Sans MS"/>
                <a:cs typeface="Comic Sans MS"/>
              </a:rPr>
              <a:t>died</a:t>
            </a:r>
            <a:r>
              <a:rPr sz="2250" spc="-1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in</a:t>
            </a:r>
            <a:r>
              <a:rPr sz="2250" spc="-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childbirth</a:t>
            </a:r>
            <a:r>
              <a:rPr sz="2250" spc="-1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in</a:t>
            </a:r>
            <a:r>
              <a:rPr sz="2250" spc="-1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1631,</a:t>
            </a:r>
            <a:r>
              <a:rPr sz="2250" spc="-3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having</a:t>
            </a:r>
            <a:r>
              <a:rPr sz="2250" spc="-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been</a:t>
            </a:r>
            <a:r>
              <a:rPr sz="2250" spc="-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the</a:t>
            </a:r>
            <a:r>
              <a:rPr sz="2250" spc="-1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emperor’s</a:t>
            </a:r>
            <a:r>
              <a:rPr sz="2250" spc="-1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inseparable</a:t>
            </a:r>
            <a:r>
              <a:rPr sz="2250" spc="-2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companion</a:t>
            </a:r>
            <a:r>
              <a:rPr sz="2250" spc="-20" dirty="0">
                <a:latin typeface="Comic Sans MS"/>
                <a:cs typeface="Comic Sans MS"/>
              </a:rPr>
              <a:t> </a:t>
            </a:r>
            <a:r>
              <a:rPr sz="2250" spc="-10" dirty="0">
                <a:latin typeface="Comic Sans MS"/>
                <a:cs typeface="Comic Sans MS"/>
              </a:rPr>
              <a:t>since </a:t>
            </a:r>
            <a:r>
              <a:rPr sz="2250" dirty="0">
                <a:latin typeface="Comic Sans MS"/>
                <a:cs typeface="Comic Sans MS"/>
              </a:rPr>
              <a:t>their</a:t>
            </a:r>
            <a:r>
              <a:rPr sz="2250" spc="-1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marriage</a:t>
            </a:r>
            <a:r>
              <a:rPr sz="2250" spc="-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in</a:t>
            </a:r>
            <a:r>
              <a:rPr sz="2250" spc="-5" dirty="0">
                <a:latin typeface="Comic Sans MS"/>
                <a:cs typeface="Comic Sans MS"/>
              </a:rPr>
              <a:t> </a:t>
            </a:r>
            <a:r>
              <a:rPr sz="2250" spc="-20" dirty="0">
                <a:latin typeface="Comic Sans MS"/>
                <a:cs typeface="Comic Sans MS"/>
              </a:rPr>
              <a:t>1612.</a:t>
            </a:r>
            <a:endParaRPr sz="225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409"/>
              </a:spcBef>
            </a:pPr>
            <a:r>
              <a:rPr sz="2250" spc="-20" dirty="0">
                <a:latin typeface="Comic Sans MS"/>
                <a:cs typeface="Comic Sans MS"/>
              </a:rPr>
              <a:t>&lt;/p&gt;</a:t>
            </a:r>
            <a:endParaRPr sz="22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250" spc="-10" dirty="0">
                <a:latin typeface="Comic Sans MS"/>
                <a:cs typeface="Comic Sans MS"/>
              </a:rPr>
              <a:t>&lt;/body&gt;</a:t>
            </a:r>
            <a:endParaRPr sz="22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4967" y="448436"/>
            <a:ext cx="9338945" cy="54463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2890"/>
              </a:lnSpc>
              <a:spcBef>
                <a:spcPts val="130"/>
              </a:spcBef>
            </a:pPr>
            <a:r>
              <a:rPr sz="2450" b="1" u="sng" spc="-10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imagelink.html</a:t>
            </a:r>
            <a:endParaRPr sz="2450">
              <a:latin typeface="Comic Sans MS"/>
              <a:cs typeface="Comic Sans MS"/>
            </a:endParaRPr>
          </a:p>
          <a:p>
            <a:pPr marL="12700">
              <a:lnSpc>
                <a:spcPts val="2840"/>
              </a:lnSpc>
            </a:pPr>
            <a:r>
              <a:rPr sz="2450" dirty="0">
                <a:latin typeface="Comic Sans MS"/>
                <a:cs typeface="Comic Sans MS"/>
              </a:rPr>
              <a:t>&lt;!DOCTYPE</a:t>
            </a:r>
            <a:r>
              <a:rPr sz="2450" spc="125" dirty="0">
                <a:latin typeface="Comic Sans MS"/>
                <a:cs typeface="Comic Sans MS"/>
              </a:rPr>
              <a:t> </a:t>
            </a:r>
            <a:r>
              <a:rPr sz="2450" spc="-10" dirty="0">
                <a:latin typeface="Comic Sans MS"/>
                <a:cs typeface="Comic Sans MS"/>
              </a:rPr>
              <a:t>html&gt;</a:t>
            </a:r>
            <a:endParaRPr sz="2450">
              <a:latin typeface="Comic Sans MS"/>
              <a:cs typeface="Comic Sans MS"/>
            </a:endParaRPr>
          </a:p>
          <a:p>
            <a:pPr marL="12700">
              <a:lnSpc>
                <a:spcPts val="2830"/>
              </a:lnSpc>
            </a:pPr>
            <a:r>
              <a:rPr sz="2450" spc="-10" dirty="0">
                <a:latin typeface="Comic Sans MS"/>
                <a:cs typeface="Comic Sans MS"/>
              </a:rPr>
              <a:t>&lt;html&gt;</a:t>
            </a:r>
            <a:endParaRPr sz="2450">
              <a:latin typeface="Comic Sans MS"/>
              <a:cs typeface="Comic Sans MS"/>
            </a:endParaRPr>
          </a:p>
          <a:p>
            <a:pPr marL="622300">
              <a:lnSpc>
                <a:spcPts val="2835"/>
              </a:lnSpc>
            </a:pPr>
            <a:r>
              <a:rPr sz="2450" spc="-10" dirty="0">
                <a:latin typeface="Comic Sans MS"/>
                <a:cs typeface="Comic Sans MS"/>
              </a:rPr>
              <a:t>&lt;head&gt;</a:t>
            </a:r>
            <a:endParaRPr sz="2450">
              <a:latin typeface="Comic Sans MS"/>
              <a:cs typeface="Comic Sans MS"/>
            </a:endParaRPr>
          </a:p>
          <a:p>
            <a:pPr marL="622300">
              <a:lnSpc>
                <a:spcPts val="2840"/>
              </a:lnSpc>
            </a:pPr>
            <a:r>
              <a:rPr sz="2450" dirty="0">
                <a:latin typeface="Comic Sans MS"/>
                <a:cs typeface="Comic Sans MS"/>
              </a:rPr>
              <a:t>&lt;meta</a:t>
            </a:r>
            <a:r>
              <a:rPr sz="2450" spc="85" dirty="0">
                <a:latin typeface="Comic Sans MS"/>
                <a:cs typeface="Comic Sans MS"/>
              </a:rPr>
              <a:t> </a:t>
            </a:r>
            <a:r>
              <a:rPr sz="2450" dirty="0">
                <a:latin typeface="Comic Sans MS"/>
                <a:cs typeface="Comic Sans MS"/>
              </a:rPr>
              <a:t>charset</a:t>
            </a:r>
            <a:r>
              <a:rPr sz="2450" spc="95" dirty="0">
                <a:latin typeface="Comic Sans MS"/>
                <a:cs typeface="Comic Sans MS"/>
              </a:rPr>
              <a:t> </a:t>
            </a:r>
            <a:r>
              <a:rPr sz="2450" dirty="0">
                <a:latin typeface="Comic Sans MS"/>
                <a:cs typeface="Comic Sans MS"/>
              </a:rPr>
              <a:t>=</a:t>
            </a:r>
            <a:r>
              <a:rPr sz="2450" spc="80" dirty="0">
                <a:latin typeface="Comic Sans MS"/>
                <a:cs typeface="Comic Sans MS"/>
              </a:rPr>
              <a:t> </a:t>
            </a:r>
            <a:r>
              <a:rPr sz="2450" dirty="0">
                <a:latin typeface="Comic Sans MS"/>
                <a:cs typeface="Comic Sans MS"/>
              </a:rPr>
              <a:t>"utf-</a:t>
            </a:r>
            <a:r>
              <a:rPr sz="2450" spc="-25" dirty="0">
                <a:latin typeface="Comic Sans MS"/>
                <a:cs typeface="Comic Sans MS"/>
              </a:rPr>
              <a:t>8"&gt;</a:t>
            </a:r>
            <a:endParaRPr sz="2450">
              <a:latin typeface="Comic Sans MS"/>
              <a:cs typeface="Comic Sans MS"/>
            </a:endParaRPr>
          </a:p>
          <a:p>
            <a:pPr marL="622300">
              <a:lnSpc>
                <a:spcPts val="2840"/>
              </a:lnSpc>
            </a:pPr>
            <a:r>
              <a:rPr sz="2450" spc="-10" dirty="0">
                <a:latin typeface="Comic Sans MS"/>
                <a:cs typeface="Comic Sans MS"/>
              </a:rPr>
              <a:t>&lt;title&gt;link&lt;/title&gt;</a:t>
            </a:r>
            <a:endParaRPr sz="2450">
              <a:latin typeface="Comic Sans MS"/>
              <a:cs typeface="Comic Sans MS"/>
            </a:endParaRPr>
          </a:p>
          <a:p>
            <a:pPr marL="12700">
              <a:lnSpc>
                <a:spcPts val="2830"/>
              </a:lnSpc>
            </a:pPr>
            <a:r>
              <a:rPr sz="2450" spc="-10" dirty="0">
                <a:latin typeface="Comic Sans MS"/>
                <a:cs typeface="Comic Sans MS"/>
              </a:rPr>
              <a:t>&lt;/head&gt;</a:t>
            </a:r>
            <a:endParaRPr sz="2450">
              <a:latin typeface="Comic Sans MS"/>
              <a:cs typeface="Comic Sans MS"/>
            </a:endParaRPr>
          </a:p>
          <a:p>
            <a:pPr marL="12700">
              <a:lnSpc>
                <a:spcPts val="2840"/>
              </a:lnSpc>
            </a:pPr>
            <a:r>
              <a:rPr sz="2450" spc="-10" dirty="0">
                <a:latin typeface="Comic Sans MS"/>
                <a:cs typeface="Comic Sans MS"/>
              </a:rPr>
              <a:t>&lt;body&gt;</a:t>
            </a:r>
            <a:endParaRPr sz="2450">
              <a:latin typeface="Comic Sans MS"/>
              <a:cs typeface="Comic Sans MS"/>
            </a:endParaRPr>
          </a:p>
          <a:p>
            <a:pPr marL="622300">
              <a:lnSpc>
                <a:spcPts val="2840"/>
              </a:lnSpc>
            </a:pPr>
            <a:r>
              <a:rPr sz="2450" dirty="0">
                <a:latin typeface="Comic Sans MS"/>
                <a:cs typeface="Comic Sans MS"/>
              </a:rPr>
              <a:t>click</a:t>
            </a:r>
            <a:r>
              <a:rPr sz="2450" spc="30" dirty="0">
                <a:latin typeface="Comic Sans MS"/>
                <a:cs typeface="Comic Sans MS"/>
              </a:rPr>
              <a:t> </a:t>
            </a:r>
            <a:r>
              <a:rPr sz="2450" dirty="0">
                <a:latin typeface="Comic Sans MS"/>
                <a:cs typeface="Comic Sans MS"/>
              </a:rPr>
              <a:t>the</a:t>
            </a:r>
            <a:r>
              <a:rPr sz="2450" spc="45" dirty="0">
                <a:latin typeface="Comic Sans MS"/>
                <a:cs typeface="Comic Sans MS"/>
              </a:rPr>
              <a:t> </a:t>
            </a:r>
            <a:r>
              <a:rPr sz="2450" dirty="0">
                <a:latin typeface="Comic Sans MS"/>
                <a:cs typeface="Comic Sans MS"/>
              </a:rPr>
              <a:t>link</a:t>
            </a:r>
            <a:r>
              <a:rPr sz="2450" spc="40" dirty="0">
                <a:latin typeface="Comic Sans MS"/>
                <a:cs typeface="Comic Sans MS"/>
              </a:rPr>
              <a:t> </a:t>
            </a:r>
            <a:r>
              <a:rPr sz="2450" dirty="0">
                <a:latin typeface="Comic Sans MS"/>
                <a:cs typeface="Comic Sans MS"/>
              </a:rPr>
              <a:t>to</a:t>
            </a:r>
            <a:r>
              <a:rPr sz="2450" spc="35" dirty="0">
                <a:latin typeface="Comic Sans MS"/>
                <a:cs typeface="Comic Sans MS"/>
              </a:rPr>
              <a:t> </a:t>
            </a:r>
            <a:r>
              <a:rPr sz="2450" dirty="0">
                <a:latin typeface="Comic Sans MS"/>
                <a:cs typeface="Comic Sans MS"/>
              </a:rPr>
              <a:t>view</a:t>
            </a:r>
            <a:r>
              <a:rPr sz="2450" spc="45" dirty="0">
                <a:latin typeface="Comic Sans MS"/>
                <a:cs typeface="Comic Sans MS"/>
              </a:rPr>
              <a:t> </a:t>
            </a:r>
            <a:r>
              <a:rPr sz="2450" spc="-10" dirty="0">
                <a:latin typeface="Comic Sans MS"/>
                <a:cs typeface="Comic Sans MS"/>
              </a:rPr>
              <a:t>image&lt;br&gt;</a:t>
            </a:r>
            <a:endParaRPr sz="2450">
              <a:latin typeface="Comic Sans MS"/>
              <a:cs typeface="Comic Sans MS"/>
            </a:endParaRPr>
          </a:p>
          <a:p>
            <a:pPr marL="622300">
              <a:lnSpc>
                <a:spcPts val="2830"/>
              </a:lnSpc>
            </a:pPr>
            <a:r>
              <a:rPr sz="2450" dirty="0">
                <a:latin typeface="Comic Sans MS"/>
                <a:cs typeface="Comic Sans MS"/>
              </a:rPr>
              <a:t>&lt;a</a:t>
            </a:r>
            <a:r>
              <a:rPr sz="2450" spc="35" dirty="0">
                <a:latin typeface="Comic Sans MS"/>
                <a:cs typeface="Comic Sans MS"/>
              </a:rPr>
              <a:t> </a:t>
            </a:r>
            <a:r>
              <a:rPr sz="2450" dirty="0">
                <a:latin typeface="Comic Sans MS"/>
                <a:cs typeface="Comic Sans MS"/>
              </a:rPr>
              <a:t>href</a:t>
            </a:r>
            <a:r>
              <a:rPr sz="2450" spc="40" dirty="0">
                <a:latin typeface="Comic Sans MS"/>
                <a:cs typeface="Comic Sans MS"/>
              </a:rPr>
              <a:t> </a:t>
            </a:r>
            <a:r>
              <a:rPr sz="2450" dirty="0">
                <a:latin typeface="Comic Sans MS"/>
                <a:cs typeface="Comic Sans MS"/>
              </a:rPr>
              <a:t>=</a:t>
            </a:r>
            <a:r>
              <a:rPr sz="2450" spc="30" dirty="0">
                <a:latin typeface="Comic Sans MS"/>
                <a:cs typeface="Comic Sans MS"/>
              </a:rPr>
              <a:t> </a:t>
            </a:r>
            <a:r>
              <a:rPr sz="2450" spc="-10" dirty="0">
                <a:latin typeface="Comic Sans MS"/>
                <a:cs typeface="Comic Sans MS"/>
              </a:rPr>
              <a:t>"tajmahal.html"&gt;</a:t>
            </a:r>
            <a:endParaRPr sz="2450">
              <a:latin typeface="Comic Sans MS"/>
              <a:cs typeface="Comic Sans MS"/>
            </a:endParaRPr>
          </a:p>
          <a:p>
            <a:pPr marL="622300" marR="5080">
              <a:lnSpc>
                <a:spcPts val="2830"/>
              </a:lnSpc>
              <a:spcBef>
                <a:spcPts val="135"/>
              </a:spcBef>
            </a:pPr>
            <a:r>
              <a:rPr sz="2450" dirty="0">
                <a:solidFill>
                  <a:srgbClr val="FF0000"/>
                </a:solidFill>
                <a:latin typeface="Comic Sans MS"/>
                <a:cs typeface="Comic Sans MS"/>
              </a:rPr>
              <a:t>&lt;img</a:t>
            </a:r>
            <a:r>
              <a:rPr sz="2450" spc="5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50" dirty="0">
                <a:solidFill>
                  <a:srgbClr val="FF0000"/>
                </a:solidFill>
                <a:latin typeface="Comic Sans MS"/>
                <a:cs typeface="Comic Sans MS"/>
              </a:rPr>
              <a:t>src</a:t>
            </a:r>
            <a:r>
              <a:rPr sz="2450" spc="5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50" dirty="0">
                <a:solidFill>
                  <a:srgbClr val="FF0000"/>
                </a:solidFill>
                <a:latin typeface="Comic Sans MS"/>
                <a:cs typeface="Comic Sans MS"/>
              </a:rPr>
              <a:t>=</a:t>
            </a:r>
            <a:r>
              <a:rPr sz="2450" spc="5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50" dirty="0">
                <a:solidFill>
                  <a:srgbClr val="FF0000"/>
                </a:solidFill>
                <a:latin typeface="Comic Sans MS"/>
                <a:cs typeface="Comic Sans MS"/>
              </a:rPr>
              <a:t>"tajmahal.jpg"</a:t>
            </a:r>
            <a:r>
              <a:rPr sz="2450" spc="6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50" dirty="0">
                <a:solidFill>
                  <a:srgbClr val="FF0000"/>
                </a:solidFill>
                <a:latin typeface="Comic Sans MS"/>
                <a:cs typeface="Comic Sans MS"/>
              </a:rPr>
              <a:t>width</a:t>
            </a:r>
            <a:r>
              <a:rPr sz="2450" spc="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50" dirty="0">
                <a:solidFill>
                  <a:srgbClr val="FF0000"/>
                </a:solidFill>
                <a:latin typeface="Comic Sans MS"/>
                <a:cs typeface="Comic Sans MS"/>
              </a:rPr>
              <a:t>=</a:t>
            </a:r>
            <a:r>
              <a:rPr sz="2450" spc="5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50" dirty="0">
                <a:solidFill>
                  <a:srgbClr val="FF0000"/>
                </a:solidFill>
                <a:latin typeface="Comic Sans MS"/>
                <a:cs typeface="Comic Sans MS"/>
              </a:rPr>
              <a:t>"300"</a:t>
            </a:r>
            <a:r>
              <a:rPr sz="2450" spc="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50" dirty="0">
                <a:solidFill>
                  <a:srgbClr val="FF0000"/>
                </a:solidFill>
                <a:latin typeface="Comic Sans MS"/>
                <a:cs typeface="Comic Sans MS"/>
              </a:rPr>
              <a:t>height</a:t>
            </a:r>
            <a:r>
              <a:rPr sz="2450" spc="5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50" dirty="0">
                <a:solidFill>
                  <a:srgbClr val="FF0000"/>
                </a:solidFill>
                <a:latin typeface="Comic Sans MS"/>
                <a:cs typeface="Comic Sans MS"/>
              </a:rPr>
              <a:t>=</a:t>
            </a:r>
            <a:r>
              <a:rPr sz="2450" spc="5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50" dirty="0">
                <a:solidFill>
                  <a:srgbClr val="FF0000"/>
                </a:solidFill>
                <a:latin typeface="Comic Sans MS"/>
                <a:cs typeface="Comic Sans MS"/>
              </a:rPr>
              <a:t>"300"</a:t>
            </a:r>
            <a:r>
              <a:rPr sz="2450" spc="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50" dirty="0">
                <a:solidFill>
                  <a:srgbClr val="FF0000"/>
                </a:solidFill>
                <a:latin typeface="Comic Sans MS"/>
                <a:cs typeface="Comic Sans MS"/>
              </a:rPr>
              <a:t>alt</a:t>
            </a:r>
            <a:r>
              <a:rPr sz="2450" spc="6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50" spc="-50" dirty="0">
                <a:solidFill>
                  <a:srgbClr val="FF0000"/>
                </a:solidFill>
                <a:latin typeface="Comic Sans MS"/>
                <a:cs typeface="Comic Sans MS"/>
              </a:rPr>
              <a:t>= </a:t>
            </a:r>
            <a:r>
              <a:rPr sz="2450" spc="-10" dirty="0">
                <a:solidFill>
                  <a:srgbClr val="FF0000"/>
                </a:solidFill>
                <a:latin typeface="Comic Sans MS"/>
                <a:cs typeface="Comic Sans MS"/>
              </a:rPr>
              <a:t>"tajmahal"/&gt;</a:t>
            </a:r>
            <a:endParaRPr sz="2450">
              <a:latin typeface="Comic Sans MS"/>
              <a:cs typeface="Comic Sans MS"/>
            </a:endParaRPr>
          </a:p>
          <a:p>
            <a:pPr marL="622300">
              <a:lnSpc>
                <a:spcPts val="2715"/>
              </a:lnSpc>
            </a:pPr>
            <a:r>
              <a:rPr sz="2450" spc="-20" dirty="0">
                <a:latin typeface="Comic Sans MS"/>
                <a:cs typeface="Comic Sans MS"/>
              </a:rPr>
              <a:t>&lt;/a&gt;</a:t>
            </a:r>
            <a:endParaRPr sz="2450">
              <a:latin typeface="Comic Sans MS"/>
              <a:cs typeface="Comic Sans MS"/>
            </a:endParaRPr>
          </a:p>
          <a:p>
            <a:pPr marL="12700">
              <a:lnSpc>
                <a:spcPts val="2835"/>
              </a:lnSpc>
            </a:pPr>
            <a:r>
              <a:rPr sz="2450" spc="-10" dirty="0">
                <a:latin typeface="Comic Sans MS"/>
                <a:cs typeface="Comic Sans MS"/>
              </a:rPr>
              <a:t>&lt;/body&gt;</a:t>
            </a:r>
            <a:endParaRPr sz="2450">
              <a:latin typeface="Comic Sans MS"/>
              <a:cs typeface="Comic Sans MS"/>
            </a:endParaRPr>
          </a:p>
          <a:p>
            <a:pPr marL="12700">
              <a:lnSpc>
                <a:spcPts val="2885"/>
              </a:lnSpc>
            </a:pPr>
            <a:r>
              <a:rPr sz="2450" spc="-10" dirty="0">
                <a:latin typeface="Comic Sans MS"/>
                <a:cs typeface="Comic Sans MS"/>
              </a:rPr>
              <a:t>&lt;/html&gt;</a:t>
            </a:r>
            <a:endParaRPr sz="24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359" y="381000"/>
            <a:ext cx="10975848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20" y="362711"/>
            <a:ext cx="11463528" cy="61341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887" y="748411"/>
            <a:ext cx="10945495" cy="4719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HTML</a:t>
            </a:r>
            <a:r>
              <a:rPr sz="2800" spc="-8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&lt;nav&gt;</a:t>
            </a:r>
            <a:r>
              <a:rPr sz="2800" spc="-8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spc="-25" dirty="0">
                <a:solidFill>
                  <a:srgbClr val="FF0000"/>
                </a:solidFill>
                <a:latin typeface="Comic Sans MS"/>
                <a:cs typeface="Comic Sans MS"/>
              </a:rPr>
              <a:t>tag</a:t>
            </a:r>
            <a:endParaRPr sz="2800">
              <a:latin typeface="Comic Sans MS"/>
              <a:cs typeface="Comic Sans MS"/>
            </a:endParaRPr>
          </a:p>
          <a:p>
            <a:pPr marL="469900" marR="230504" indent="-457200" algn="just">
              <a:lnSpc>
                <a:spcPct val="200000"/>
              </a:lnSpc>
              <a:buSzPct val="64285"/>
              <a:buFont typeface="Tahoma"/>
              <a:buChar char="●"/>
              <a:tabLst>
                <a:tab pos="469900" algn="l"/>
              </a:tabLst>
            </a:pPr>
            <a:r>
              <a:rPr sz="2800" dirty="0">
                <a:solidFill>
                  <a:srgbClr val="333333"/>
                </a:solidFill>
                <a:latin typeface="Comic Sans MS"/>
                <a:cs typeface="Comic Sans MS"/>
              </a:rPr>
              <a:t>HTML</a:t>
            </a:r>
            <a:r>
              <a:rPr sz="2800" spc="-6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33"/>
                </a:solidFill>
                <a:latin typeface="Comic Sans MS"/>
                <a:cs typeface="Comic Sans MS"/>
              </a:rPr>
              <a:t>&lt;nav&gt;</a:t>
            </a:r>
            <a:r>
              <a:rPr sz="2800" spc="-6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33"/>
                </a:solidFill>
                <a:latin typeface="Comic Sans MS"/>
                <a:cs typeface="Comic Sans MS"/>
              </a:rPr>
              <a:t>tag</a:t>
            </a:r>
            <a:r>
              <a:rPr sz="2800" spc="-5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33"/>
                </a:solidFill>
                <a:latin typeface="Comic Sans MS"/>
                <a:cs typeface="Comic Sans MS"/>
              </a:rPr>
              <a:t>is</a:t>
            </a:r>
            <a:r>
              <a:rPr sz="2800" spc="-5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33"/>
                </a:solidFill>
                <a:latin typeface="Comic Sans MS"/>
                <a:cs typeface="Comic Sans MS"/>
              </a:rPr>
              <a:t>used</a:t>
            </a:r>
            <a:r>
              <a:rPr sz="2800" spc="-6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33"/>
                </a:solidFill>
                <a:latin typeface="Comic Sans MS"/>
                <a:cs typeface="Comic Sans MS"/>
              </a:rPr>
              <a:t>to</a:t>
            </a:r>
            <a:r>
              <a:rPr sz="2800" spc="-4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33"/>
                </a:solidFill>
                <a:latin typeface="Comic Sans MS"/>
                <a:cs typeface="Comic Sans MS"/>
              </a:rPr>
              <a:t>represent</a:t>
            </a:r>
            <a:r>
              <a:rPr sz="2800" spc="-3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33"/>
                </a:solidFill>
                <a:latin typeface="Comic Sans MS"/>
                <a:cs typeface="Comic Sans MS"/>
              </a:rPr>
              <a:t>a</a:t>
            </a:r>
            <a:r>
              <a:rPr sz="2800" spc="-6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33"/>
                </a:solidFill>
                <a:latin typeface="Comic Sans MS"/>
                <a:cs typeface="Comic Sans MS"/>
              </a:rPr>
              <a:t>section</a:t>
            </a:r>
            <a:r>
              <a:rPr sz="2800" spc="-4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33"/>
                </a:solidFill>
                <a:latin typeface="Comic Sans MS"/>
                <a:cs typeface="Comic Sans MS"/>
              </a:rPr>
              <a:t>which</a:t>
            </a:r>
            <a:r>
              <a:rPr sz="2800" spc="-6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omic Sans MS"/>
                <a:cs typeface="Comic Sans MS"/>
              </a:rPr>
              <a:t>contains </a:t>
            </a:r>
            <a:r>
              <a:rPr sz="2800" dirty="0">
                <a:solidFill>
                  <a:srgbClr val="333333"/>
                </a:solidFill>
                <a:latin typeface="Comic Sans MS"/>
                <a:cs typeface="Comic Sans MS"/>
              </a:rPr>
              <a:t>navigation</a:t>
            </a:r>
            <a:r>
              <a:rPr sz="2800" spc="-6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33"/>
                </a:solidFill>
                <a:latin typeface="Comic Sans MS"/>
                <a:cs typeface="Comic Sans MS"/>
              </a:rPr>
              <a:t>links,</a:t>
            </a:r>
            <a:r>
              <a:rPr sz="2800" spc="-10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33"/>
                </a:solidFill>
                <a:latin typeface="Comic Sans MS"/>
                <a:cs typeface="Comic Sans MS"/>
              </a:rPr>
              <a:t>either</a:t>
            </a:r>
            <a:r>
              <a:rPr sz="2800" spc="-7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33"/>
                </a:solidFill>
                <a:latin typeface="Comic Sans MS"/>
                <a:cs typeface="Comic Sans MS"/>
              </a:rPr>
              <a:t>within</a:t>
            </a:r>
            <a:r>
              <a:rPr sz="2800" spc="-9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33"/>
                </a:solidFill>
                <a:latin typeface="Comic Sans MS"/>
                <a:cs typeface="Comic Sans MS"/>
              </a:rPr>
              <a:t>current</a:t>
            </a:r>
            <a:r>
              <a:rPr sz="2800" spc="-8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33"/>
                </a:solidFill>
                <a:latin typeface="Comic Sans MS"/>
                <a:cs typeface="Comic Sans MS"/>
              </a:rPr>
              <a:t>document</a:t>
            </a:r>
            <a:r>
              <a:rPr sz="2800" spc="-7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33"/>
                </a:solidFill>
                <a:latin typeface="Comic Sans MS"/>
                <a:cs typeface="Comic Sans MS"/>
              </a:rPr>
              <a:t>or</a:t>
            </a:r>
            <a:r>
              <a:rPr sz="2800" spc="-9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33"/>
                </a:solidFill>
                <a:latin typeface="Comic Sans MS"/>
                <a:cs typeface="Comic Sans MS"/>
              </a:rPr>
              <a:t>to</a:t>
            </a:r>
            <a:r>
              <a:rPr sz="2800" spc="-8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omic Sans MS"/>
                <a:cs typeface="Comic Sans MS"/>
              </a:rPr>
              <a:t>another document.</a:t>
            </a:r>
            <a:endParaRPr sz="2800">
              <a:latin typeface="Comic Sans MS"/>
              <a:cs typeface="Comic Sans MS"/>
            </a:endParaRPr>
          </a:p>
          <a:p>
            <a:pPr marL="469900" marR="5080" indent="-457200" algn="just">
              <a:lnSpc>
                <a:spcPct val="200000"/>
              </a:lnSpc>
              <a:buSzPct val="64285"/>
              <a:buFont typeface="Tahoma"/>
              <a:buChar char="●"/>
              <a:tabLst>
                <a:tab pos="469900" algn="l"/>
                <a:tab pos="575945" algn="l"/>
              </a:tabLst>
            </a:pPr>
            <a:r>
              <a:rPr sz="2800" dirty="0">
                <a:solidFill>
                  <a:srgbClr val="333333"/>
                </a:solidFill>
                <a:latin typeface="Comic Sans MS"/>
                <a:cs typeface="Comic Sans MS"/>
              </a:rPr>
              <a:t>	Examples</a:t>
            </a:r>
            <a:r>
              <a:rPr sz="2800" spc="-8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33"/>
                </a:solidFill>
                <a:latin typeface="Comic Sans MS"/>
                <a:cs typeface="Comic Sans MS"/>
              </a:rPr>
              <a:t>of</a:t>
            </a:r>
            <a:r>
              <a:rPr sz="2800" spc="-6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33"/>
                </a:solidFill>
                <a:latin typeface="Comic Sans MS"/>
                <a:cs typeface="Comic Sans MS"/>
              </a:rPr>
              <a:t>some</a:t>
            </a:r>
            <a:r>
              <a:rPr sz="2800" spc="-7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33"/>
                </a:solidFill>
                <a:latin typeface="Comic Sans MS"/>
                <a:cs typeface="Comic Sans MS"/>
              </a:rPr>
              <a:t>navigation</a:t>
            </a:r>
            <a:r>
              <a:rPr sz="2800" spc="-3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33"/>
                </a:solidFill>
                <a:latin typeface="Comic Sans MS"/>
                <a:cs typeface="Comic Sans MS"/>
              </a:rPr>
              <a:t>links</a:t>
            </a:r>
            <a:r>
              <a:rPr sz="2800" spc="-6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33"/>
                </a:solidFill>
                <a:latin typeface="Comic Sans MS"/>
                <a:cs typeface="Comic Sans MS"/>
              </a:rPr>
              <a:t>are</a:t>
            </a:r>
            <a:r>
              <a:rPr sz="2800" spc="-6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33"/>
                </a:solidFill>
                <a:latin typeface="Comic Sans MS"/>
                <a:cs typeface="Comic Sans MS"/>
              </a:rPr>
              <a:t>menu,</a:t>
            </a:r>
            <a:r>
              <a:rPr sz="2800" spc="-7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33"/>
                </a:solidFill>
                <a:latin typeface="Comic Sans MS"/>
                <a:cs typeface="Comic Sans MS"/>
              </a:rPr>
              <a:t>table</a:t>
            </a:r>
            <a:r>
              <a:rPr sz="2800" spc="-5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33"/>
                </a:solidFill>
                <a:latin typeface="Comic Sans MS"/>
                <a:cs typeface="Comic Sans MS"/>
              </a:rPr>
              <a:t>of</a:t>
            </a:r>
            <a:r>
              <a:rPr sz="2800" spc="-7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omic Sans MS"/>
                <a:cs typeface="Comic Sans MS"/>
              </a:rPr>
              <a:t>contents, </a:t>
            </a:r>
            <a:r>
              <a:rPr sz="2800" dirty="0">
                <a:solidFill>
                  <a:srgbClr val="333333"/>
                </a:solidFill>
                <a:latin typeface="Comic Sans MS"/>
                <a:cs typeface="Comic Sans MS"/>
              </a:rPr>
              <a:t>indexes,</a:t>
            </a:r>
            <a:r>
              <a:rPr sz="2800" spc="-9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Comic Sans MS"/>
                <a:cs typeface="Comic Sans MS"/>
              </a:rPr>
              <a:t>etc.</a:t>
            </a:r>
            <a:endParaRPr sz="2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887" y="448665"/>
            <a:ext cx="6992620" cy="624522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dirty="0">
                <a:latin typeface="Comic Sans MS"/>
                <a:cs typeface="Comic Sans MS"/>
              </a:rPr>
              <a:t>&lt;!DOCTYPE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html&gt;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00" spc="-10" dirty="0">
                <a:latin typeface="Comic Sans MS"/>
                <a:cs typeface="Comic Sans MS"/>
              </a:rPr>
              <a:t>&lt;html&gt;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latin typeface="Comic Sans MS"/>
                <a:cs typeface="Comic Sans MS"/>
              </a:rPr>
              <a:t>&lt;head&gt;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omic Sans MS"/>
                <a:cs typeface="Comic Sans MS"/>
              </a:rPr>
              <a:t>&lt;meta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charset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=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"utf-</a:t>
            </a:r>
            <a:r>
              <a:rPr sz="2000" spc="-25" dirty="0">
                <a:latin typeface="Comic Sans MS"/>
                <a:cs typeface="Comic Sans MS"/>
              </a:rPr>
              <a:t>8"&gt;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latin typeface="Comic Sans MS"/>
                <a:cs typeface="Comic Sans MS"/>
              </a:rPr>
              <a:t>&lt;title&gt;nav&lt;/title&gt;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latin typeface="Comic Sans MS"/>
                <a:cs typeface="Comic Sans MS"/>
              </a:rPr>
              <a:t>&lt;/head&gt;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latin typeface="Comic Sans MS"/>
                <a:cs typeface="Comic Sans MS"/>
              </a:rPr>
              <a:t>&lt;body&gt;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omic Sans MS"/>
                <a:cs typeface="Comic Sans MS"/>
              </a:rPr>
              <a:t>&lt;h1&gt;The</a:t>
            </a:r>
            <a:r>
              <a:rPr sz="2000" spc="-5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nav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element&lt;/h1&gt;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omic Sans MS"/>
                <a:cs typeface="Comic Sans MS"/>
              </a:rPr>
              <a:t>&lt;h2&gt;The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nav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element</a:t>
            </a:r>
            <a:r>
              <a:rPr sz="2000" spc="-1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defines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a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set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of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navigation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links:&lt;/h2&gt;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solidFill>
                  <a:srgbClr val="FF0000"/>
                </a:solidFill>
                <a:latin typeface="Comic Sans MS"/>
                <a:cs typeface="Comic Sans MS"/>
              </a:rPr>
              <a:t>&lt;nav&gt;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00" dirty="0">
                <a:latin typeface="Comic Sans MS"/>
                <a:cs typeface="Comic Sans MS"/>
              </a:rPr>
              <a:t>&lt;a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href=“basic.html"&gt;HTML&lt;/a&gt;</a:t>
            </a:r>
            <a:r>
              <a:rPr sz="2000" spc="-75" dirty="0">
                <a:latin typeface="Comic Sans MS"/>
                <a:cs typeface="Comic Sans MS"/>
              </a:rPr>
              <a:t> </a:t>
            </a:r>
            <a:r>
              <a:rPr sz="2000" spc="-50" dirty="0">
                <a:latin typeface="Comic Sans MS"/>
                <a:cs typeface="Comic Sans MS"/>
              </a:rPr>
              <a:t>|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omic Sans MS"/>
                <a:cs typeface="Comic Sans MS"/>
              </a:rPr>
              <a:t>&lt;a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href=“css.html"&gt;CSS&lt;/a&gt;</a:t>
            </a:r>
            <a:r>
              <a:rPr sz="2000" spc="-75" dirty="0">
                <a:latin typeface="Comic Sans MS"/>
                <a:cs typeface="Comic Sans MS"/>
              </a:rPr>
              <a:t> </a:t>
            </a:r>
            <a:r>
              <a:rPr sz="2000" spc="-50" dirty="0">
                <a:latin typeface="Comic Sans MS"/>
                <a:cs typeface="Comic Sans MS"/>
              </a:rPr>
              <a:t>|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omic Sans MS"/>
                <a:cs typeface="Comic Sans MS"/>
              </a:rPr>
              <a:t>&lt;a</a:t>
            </a:r>
            <a:r>
              <a:rPr sz="2000" spc="114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href=“javascript.html"&gt;JavaScript&lt;/a&gt;</a:t>
            </a:r>
            <a:r>
              <a:rPr sz="2000" spc="90" dirty="0">
                <a:latin typeface="Comic Sans MS"/>
                <a:cs typeface="Comic Sans MS"/>
              </a:rPr>
              <a:t> </a:t>
            </a:r>
            <a:r>
              <a:rPr sz="2000" spc="-50" dirty="0">
                <a:latin typeface="Comic Sans MS"/>
                <a:cs typeface="Comic Sans MS"/>
              </a:rPr>
              <a:t>|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omic Sans MS"/>
                <a:cs typeface="Comic Sans MS"/>
              </a:rPr>
              <a:t>&lt;a</a:t>
            </a:r>
            <a:r>
              <a:rPr sz="2000" spc="-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href=“pythonbasics.html"&gt;Python&lt;/a&gt;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solidFill>
                  <a:srgbClr val="FF0000"/>
                </a:solidFill>
                <a:latin typeface="Comic Sans MS"/>
                <a:cs typeface="Comic Sans MS"/>
              </a:rPr>
              <a:t>&lt;/nav&gt;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latin typeface="Comic Sans MS"/>
                <a:cs typeface="Comic Sans MS"/>
              </a:rPr>
              <a:t>&lt;/body&gt;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latin typeface="Comic Sans MS"/>
                <a:cs typeface="Comic Sans MS"/>
              </a:rPr>
              <a:t>&lt;/html&gt;</a:t>
            </a:r>
            <a:endParaRPr sz="2000">
              <a:latin typeface="Comic Sans MS"/>
              <a:cs typeface="Comic Sans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4909" y="591693"/>
            <a:ext cx="5095874" cy="189547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4967" y="299389"/>
            <a:ext cx="10036810" cy="1677670"/>
          </a:xfrm>
          <a:prstGeom prst="rect">
            <a:avLst/>
          </a:prstGeom>
        </p:spPr>
        <p:txBody>
          <a:bodyPr vert="horz" wrap="square" lIns="0" tIns="180975" rIns="0" bIns="0" rtlCol="0">
            <a:spAutoFit/>
          </a:bodyPr>
          <a:lstStyle/>
          <a:p>
            <a:pPr marL="3091180">
              <a:lnSpc>
                <a:spcPct val="100000"/>
              </a:lnSpc>
              <a:spcBef>
                <a:spcPts val="1425"/>
              </a:spcBef>
            </a:pPr>
            <a:r>
              <a:rPr sz="2500" dirty="0">
                <a:solidFill>
                  <a:srgbClr val="FF0000"/>
                </a:solidFill>
                <a:latin typeface="Comic Sans MS"/>
                <a:cs typeface="Comic Sans MS"/>
              </a:rPr>
              <a:t>&lt;anchor</a:t>
            </a:r>
            <a:r>
              <a:rPr sz="2500" spc="6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500" dirty="0">
                <a:solidFill>
                  <a:srgbClr val="FF0000"/>
                </a:solidFill>
                <a:latin typeface="Comic Sans MS"/>
                <a:cs typeface="Comic Sans MS"/>
              </a:rPr>
              <a:t>&gt;</a:t>
            </a:r>
            <a:r>
              <a:rPr sz="2500" spc="7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500" dirty="0">
                <a:solidFill>
                  <a:srgbClr val="FF0000"/>
                </a:solidFill>
                <a:latin typeface="Comic Sans MS"/>
                <a:cs typeface="Comic Sans MS"/>
              </a:rPr>
              <a:t>-Target</a:t>
            </a:r>
            <a:r>
              <a:rPr sz="2500" spc="6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500" dirty="0">
                <a:solidFill>
                  <a:srgbClr val="FF0000"/>
                </a:solidFill>
                <a:latin typeface="Comic Sans MS"/>
                <a:cs typeface="Comic Sans MS"/>
              </a:rPr>
              <a:t>attribute</a:t>
            </a:r>
            <a:r>
              <a:rPr sz="2500" spc="6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500" spc="-10" dirty="0">
                <a:solidFill>
                  <a:srgbClr val="FF0000"/>
                </a:solidFill>
                <a:latin typeface="Comic Sans MS"/>
                <a:cs typeface="Comic Sans MS"/>
              </a:rPr>
              <a:t>value</a:t>
            </a:r>
            <a:endParaRPr sz="25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2500" dirty="0">
                <a:latin typeface="Comic Sans MS"/>
                <a:cs typeface="Comic Sans MS"/>
              </a:rPr>
              <a:t>The</a:t>
            </a:r>
            <a:r>
              <a:rPr sz="2500" spc="75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target</a:t>
            </a:r>
            <a:r>
              <a:rPr sz="2500" spc="80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attribute</a:t>
            </a:r>
            <a:r>
              <a:rPr sz="2500" spc="70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specifies</a:t>
            </a:r>
            <a:r>
              <a:rPr sz="2500" spc="85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where</a:t>
            </a:r>
            <a:r>
              <a:rPr sz="2500" spc="65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to</a:t>
            </a:r>
            <a:r>
              <a:rPr sz="2500" spc="85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open</a:t>
            </a:r>
            <a:r>
              <a:rPr sz="2500" spc="70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the</a:t>
            </a:r>
            <a:r>
              <a:rPr sz="2500" spc="75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linked</a:t>
            </a:r>
            <a:r>
              <a:rPr sz="2500" spc="80" dirty="0">
                <a:latin typeface="Comic Sans MS"/>
                <a:cs typeface="Comic Sans MS"/>
              </a:rPr>
              <a:t> </a:t>
            </a:r>
            <a:r>
              <a:rPr sz="2500" spc="-10" dirty="0">
                <a:latin typeface="Comic Sans MS"/>
                <a:cs typeface="Comic Sans MS"/>
              </a:rPr>
              <a:t>document.</a:t>
            </a:r>
            <a:endParaRPr sz="25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2500" dirty="0">
                <a:latin typeface="Comic Sans MS"/>
                <a:cs typeface="Comic Sans MS"/>
              </a:rPr>
              <a:t>Example</a:t>
            </a:r>
            <a:r>
              <a:rPr sz="2500" spc="110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:&lt;a</a:t>
            </a:r>
            <a:r>
              <a:rPr sz="2500" spc="125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href=“college.html”</a:t>
            </a:r>
            <a:r>
              <a:rPr sz="2500" spc="120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target=“_blank”</a:t>
            </a:r>
            <a:r>
              <a:rPr sz="2500" spc="130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&gt;</a:t>
            </a:r>
            <a:r>
              <a:rPr sz="2500" spc="114" dirty="0">
                <a:latin typeface="Comic Sans MS"/>
                <a:cs typeface="Comic Sans MS"/>
              </a:rPr>
              <a:t> </a:t>
            </a:r>
            <a:r>
              <a:rPr sz="2500" spc="-10" dirty="0">
                <a:latin typeface="Comic Sans MS"/>
                <a:cs typeface="Comic Sans MS"/>
              </a:rPr>
              <a:t>mycollege&lt;/a&gt;</a:t>
            </a:r>
            <a:endParaRPr sz="2500">
              <a:latin typeface="Comic Sans MS"/>
              <a:cs typeface="Comic Sans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067" y="2697567"/>
            <a:ext cx="10811557" cy="402312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887" y="407314"/>
            <a:ext cx="10817225" cy="505587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spc="-10" dirty="0">
                <a:solidFill>
                  <a:srgbClr val="FF0000"/>
                </a:solidFill>
                <a:latin typeface="Comic Sans MS"/>
                <a:cs typeface="Comic Sans MS"/>
              </a:rPr>
              <a:t>Example:</a:t>
            </a:r>
            <a:endParaRPr sz="2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Comic Sans MS"/>
                <a:cs typeface="Comic Sans MS"/>
              </a:rPr>
              <a:t>&lt;!DOCTYPE</a:t>
            </a:r>
            <a:r>
              <a:rPr sz="2200" spc="-90" dirty="0">
                <a:latin typeface="Comic Sans MS"/>
                <a:cs typeface="Comic Sans MS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html&gt;</a:t>
            </a:r>
            <a:endParaRPr sz="2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spc="-10" dirty="0">
                <a:latin typeface="Comic Sans MS"/>
                <a:cs typeface="Comic Sans MS"/>
              </a:rPr>
              <a:t>&lt;html&gt;</a:t>
            </a:r>
            <a:endParaRPr sz="2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spc="-10" dirty="0">
                <a:latin typeface="Comic Sans MS"/>
                <a:cs typeface="Comic Sans MS"/>
              </a:rPr>
              <a:t>&lt;body&gt;</a:t>
            </a:r>
            <a:endParaRPr sz="2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Comic Sans MS"/>
                <a:cs typeface="Comic Sans MS"/>
              </a:rPr>
              <a:t>&lt;h1&gt;The</a:t>
            </a:r>
            <a:r>
              <a:rPr sz="2200" spc="-4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a</a:t>
            </a:r>
            <a:r>
              <a:rPr sz="2200" spc="-6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target</a:t>
            </a:r>
            <a:r>
              <a:rPr sz="2200" spc="-55" dirty="0">
                <a:latin typeface="Comic Sans MS"/>
                <a:cs typeface="Comic Sans MS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attribute&lt;/h1&gt;</a:t>
            </a:r>
            <a:endParaRPr sz="2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Comic Sans MS"/>
                <a:cs typeface="Comic Sans MS"/>
              </a:rPr>
              <a:t>&lt;p&gt;Open</a:t>
            </a:r>
            <a:r>
              <a:rPr sz="2200" spc="-3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link</a:t>
            </a:r>
            <a:r>
              <a:rPr sz="2200" spc="-2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in</a:t>
            </a:r>
            <a:r>
              <a:rPr sz="2200" spc="-2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a</a:t>
            </a:r>
            <a:r>
              <a:rPr sz="2200" spc="-1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new</a:t>
            </a:r>
            <a:r>
              <a:rPr sz="2200" spc="-3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window</a:t>
            </a:r>
            <a:r>
              <a:rPr sz="2200" spc="-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or</a:t>
            </a:r>
            <a:r>
              <a:rPr sz="2200" spc="-15" dirty="0">
                <a:latin typeface="Comic Sans MS"/>
                <a:cs typeface="Comic Sans MS"/>
              </a:rPr>
              <a:t> </a:t>
            </a:r>
            <a:r>
              <a:rPr sz="2200" spc="-20" dirty="0">
                <a:latin typeface="Comic Sans MS"/>
                <a:cs typeface="Comic Sans MS"/>
              </a:rPr>
              <a:t>tab:</a:t>
            </a:r>
            <a:endParaRPr sz="2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2200" dirty="0">
                <a:latin typeface="Comic Sans MS"/>
                <a:cs typeface="Comic Sans MS"/>
              </a:rPr>
              <a:t>&lt;a</a:t>
            </a:r>
            <a:r>
              <a:rPr sz="2200" spc="-20" dirty="0">
                <a:latin typeface="Comic Sans MS"/>
                <a:cs typeface="Comic Sans MS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href="https://</a:t>
            </a:r>
            <a:r>
              <a:rPr sz="2200" spc="-10" dirty="0">
                <a:latin typeface="Comic Sans MS"/>
                <a:cs typeface="Comic Sans MS"/>
                <a:hlinkClick r:id="rId2"/>
              </a:rPr>
              <a:t>www.google.com"</a:t>
            </a:r>
            <a:r>
              <a:rPr sz="2200" spc="45" dirty="0">
                <a:latin typeface="Comic Sans MS"/>
                <a:cs typeface="Comic Sans MS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omic Sans MS"/>
                <a:cs typeface="Comic Sans MS"/>
              </a:rPr>
              <a:t>target="_blank"&gt;</a:t>
            </a:r>
            <a:r>
              <a:rPr sz="2200" spc="-10" dirty="0">
                <a:latin typeface="Comic Sans MS"/>
                <a:cs typeface="Comic Sans MS"/>
              </a:rPr>
              <a:t>Visit</a:t>
            </a:r>
            <a:r>
              <a:rPr sz="2200" dirty="0">
                <a:latin typeface="Comic Sans MS"/>
                <a:cs typeface="Comic Sans MS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google!(blank)&lt;/a&gt;&lt;/p&gt;</a:t>
            </a:r>
            <a:endParaRPr sz="2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Comic Sans MS"/>
                <a:cs typeface="Comic Sans MS"/>
              </a:rPr>
              <a:t>&lt;p&gt;Open</a:t>
            </a:r>
            <a:r>
              <a:rPr sz="2200" spc="-4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link</a:t>
            </a:r>
            <a:r>
              <a:rPr sz="2200" spc="-3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in</a:t>
            </a:r>
            <a:r>
              <a:rPr sz="2200" spc="-4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a</a:t>
            </a:r>
            <a:r>
              <a:rPr sz="2200" spc="-4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new</a:t>
            </a:r>
            <a:r>
              <a:rPr sz="2200" spc="-4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window</a:t>
            </a:r>
            <a:r>
              <a:rPr sz="2200" spc="-2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or</a:t>
            </a:r>
            <a:r>
              <a:rPr sz="2200" spc="-30" dirty="0">
                <a:latin typeface="Comic Sans MS"/>
                <a:cs typeface="Comic Sans MS"/>
              </a:rPr>
              <a:t> </a:t>
            </a:r>
            <a:r>
              <a:rPr sz="2200" spc="-20" dirty="0">
                <a:latin typeface="Comic Sans MS"/>
                <a:cs typeface="Comic Sans MS"/>
              </a:rPr>
              <a:t>tab:</a:t>
            </a:r>
            <a:endParaRPr sz="2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Comic Sans MS"/>
                <a:cs typeface="Comic Sans MS"/>
              </a:rPr>
              <a:t>&lt;a</a:t>
            </a:r>
            <a:r>
              <a:rPr sz="2200" spc="-70" dirty="0">
                <a:latin typeface="Comic Sans MS"/>
                <a:cs typeface="Comic Sans MS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href="htt</a:t>
            </a:r>
            <a:r>
              <a:rPr sz="2200" spc="-10" dirty="0">
                <a:latin typeface="Comic Sans MS"/>
                <a:cs typeface="Comic Sans MS"/>
                <a:hlinkClick r:id="rId2"/>
              </a:rPr>
              <a:t>ps://www.google.com"</a:t>
            </a:r>
            <a:r>
              <a:rPr sz="2200" spc="-10" dirty="0"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target="_self"</a:t>
            </a:r>
            <a:r>
              <a:rPr sz="2200" dirty="0">
                <a:latin typeface="Comic Sans MS"/>
                <a:cs typeface="Comic Sans MS"/>
              </a:rPr>
              <a:t>&gt;Visit</a:t>
            </a:r>
            <a:r>
              <a:rPr sz="2200" spc="-35" dirty="0">
                <a:latin typeface="Comic Sans MS"/>
                <a:cs typeface="Comic Sans MS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google!(self)&lt;/a&gt;&lt;/p&gt;&lt;/body&gt;</a:t>
            </a:r>
            <a:endParaRPr sz="2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spc="-10" dirty="0">
                <a:latin typeface="Comic Sans MS"/>
                <a:cs typeface="Comic Sans MS"/>
              </a:rPr>
              <a:t>&lt;/html&gt;</a:t>
            </a:r>
            <a:endParaRPr sz="22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54543" y="3826733"/>
            <a:ext cx="4933315" cy="2702560"/>
            <a:chOff x="3654543" y="3826733"/>
            <a:chExt cx="4933315" cy="27025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4543" y="3826733"/>
              <a:ext cx="4933204" cy="27020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9416" y="3872484"/>
              <a:ext cx="4773168" cy="255117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690366" y="3853434"/>
              <a:ext cx="4811395" cy="2589530"/>
            </a:xfrm>
            <a:custGeom>
              <a:avLst/>
              <a:gdLst/>
              <a:ahLst/>
              <a:cxnLst/>
              <a:rect l="l" t="t" r="r" b="b"/>
              <a:pathLst>
                <a:path w="4811395" h="2589529">
                  <a:moveTo>
                    <a:pt x="0" y="2589276"/>
                  </a:moveTo>
                  <a:lnTo>
                    <a:pt x="4811268" y="2589276"/>
                  </a:lnTo>
                  <a:lnTo>
                    <a:pt x="4811268" y="0"/>
                  </a:lnTo>
                  <a:lnTo>
                    <a:pt x="0" y="0"/>
                  </a:lnTo>
                  <a:lnTo>
                    <a:pt x="0" y="258927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972298" y="388589"/>
            <a:ext cx="10881995" cy="2702560"/>
            <a:chOff x="972298" y="388589"/>
            <a:chExt cx="10881995" cy="270256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2298" y="388589"/>
              <a:ext cx="5934484" cy="270209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7176" y="434339"/>
              <a:ext cx="5774435" cy="255117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08126" y="415289"/>
              <a:ext cx="5812790" cy="2589530"/>
            </a:xfrm>
            <a:custGeom>
              <a:avLst/>
              <a:gdLst/>
              <a:ahLst/>
              <a:cxnLst/>
              <a:rect l="l" t="t" r="r" b="b"/>
              <a:pathLst>
                <a:path w="5812790" h="2589530">
                  <a:moveTo>
                    <a:pt x="0" y="2589276"/>
                  </a:moveTo>
                  <a:lnTo>
                    <a:pt x="5812535" y="2589276"/>
                  </a:lnTo>
                  <a:lnTo>
                    <a:pt x="5812535" y="0"/>
                  </a:lnTo>
                  <a:lnTo>
                    <a:pt x="0" y="0"/>
                  </a:lnTo>
                  <a:lnTo>
                    <a:pt x="0" y="258927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20475" y="388589"/>
              <a:ext cx="4933204" cy="270209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75347" y="434339"/>
              <a:ext cx="4773167" cy="255117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956297" y="415289"/>
              <a:ext cx="4811395" cy="2589530"/>
            </a:xfrm>
            <a:custGeom>
              <a:avLst/>
              <a:gdLst/>
              <a:ahLst/>
              <a:cxnLst/>
              <a:rect l="l" t="t" r="r" b="b"/>
              <a:pathLst>
                <a:path w="4811395" h="2589530">
                  <a:moveTo>
                    <a:pt x="0" y="2589276"/>
                  </a:moveTo>
                  <a:lnTo>
                    <a:pt x="4811267" y="2589276"/>
                  </a:lnTo>
                  <a:lnTo>
                    <a:pt x="4811267" y="0"/>
                  </a:lnTo>
                  <a:lnTo>
                    <a:pt x="0" y="0"/>
                  </a:lnTo>
                  <a:lnTo>
                    <a:pt x="0" y="258927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360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Comic Sans MS"/>
                <a:cs typeface="Comic Sans MS"/>
              </a:rPr>
              <a:t>Internal</a:t>
            </a:r>
            <a:r>
              <a:rPr sz="4000" b="1" spc="-125" dirty="0">
                <a:latin typeface="Comic Sans MS"/>
                <a:cs typeface="Comic Sans MS"/>
              </a:rPr>
              <a:t> </a:t>
            </a:r>
            <a:r>
              <a:rPr sz="4000" b="1" spc="-10" dirty="0">
                <a:latin typeface="Comic Sans MS"/>
                <a:cs typeface="Comic Sans MS"/>
              </a:rPr>
              <a:t>Linking</a:t>
            </a:r>
            <a:endParaRPr sz="40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4030" marR="423545" indent="-457200">
              <a:lnSpc>
                <a:spcPct val="150000"/>
              </a:lnSpc>
              <a:spcBef>
                <a:spcPts val="100"/>
              </a:spcBef>
              <a:buClr>
                <a:srgbClr val="000000"/>
              </a:buClr>
              <a:buSzPct val="64285"/>
              <a:buChar char="●"/>
              <a:tabLst>
                <a:tab pos="494030" algn="l"/>
              </a:tabLst>
            </a:pPr>
            <a:r>
              <a:rPr dirty="0">
                <a:solidFill>
                  <a:srgbClr val="FF0000"/>
                </a:solidFill>
              </a:rPr>
              <a:t>Internal</a:t>
            </a:r>
            <a:r>
              <a:rPr spc="-60" dirty="0">
                <a:solidFill>
                  <a:srgbClr val="FF0000"/>
                </a:solidFill>
              </a:rPr>
              <a:t> </a:t>
            </a:r>
            <a:r>
              <a:rPr spc="-20" dirty="0">
                <a:solidFill>
                  <a:srgbClr val="FF0000"/>
                </a:solidFill>
              </a:rPr>
              <a:t>linking</a:t>
            </a:r>
            <a:r>
              <a:rPr spc="-20" dirty="0">
                <a:solidFill>
                  <a:srgbClr val="000000"/>
                </a:solidFill>
              </a:rPr>
              <a:t>—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mechanism</a:t>
            </a:r>
            <a:r>
              <a:rPr spc="-5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that</a:t>
            </a:r>
            <a:r>
              <a:rPr spc="-5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enables</a:t>
            </a:r>
            <a:r>
              <a:rPr spc="-6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user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spc="-20" dirty="0"/>
              <a:t>jump </a:t>
            </a:r>
            <a:r>
              <a:rPr dirty="0"/>
              <a:t>between</a:t>
            </a:r>
            <a:r>
              <a:rPr spc="-65" dirty="0"/>
              <a:t> </a:t>
            </a:r>
            <a:r>
              <a:rPr dirty="0"/>
              <a:t>locations</a:t>
            </a:r>
            <a:r>
              <a:rPr spc="-55" dirty="0"/>
              <a:t> </a:t>
            </a:r>
            <a:r>
              <a:rPr dirty="0"/>
              <a:t>in</a:t>
            </a:r>
            <a:r>
              <a:rPr spc="-85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dirty="0"/>
              <a:t>same</a:t>
            </a:r>
            <a:r>
              <a:rPr spc="-65" dirty="0"/>
              <a:t> </a:t>
            </a:r>
            <a:r>
              <a:rPr spc="-10" dirty="0"/>
              <a:t>document.</a:t>
            </a:r>
          </a:p>
          <a:p>
            <a:pPr marL="494030" marR="5080" indent="-457200">
              <a:lnSpc>
                <a:spcPct val="150000"/>
              </a:lnSpc>
              <a:buSzPct val="64285"/>
              <a:buChar char="●"/>
              <a:tabLst>
                <a:tab pos="494030" algn="l"/>
              </a:tabLst>
            </a:pPr>
            <a:r>
              <a:rPr dirty="0">
                <a:solidFill>
                  <a:srgbClr val="000000"/>
                </a:solidFill>
              </a:rPr>
              <a:t>Internal</a:t>
            </a:r>
            <a:r>
              <a:rPr spc="-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linking</a:t>
            </a:r>
            <a:r>
              <a:rPr spc="-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is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useful</a:t>
            </a:r>
            <a:r>
              <a:rPr spc="-7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for</a:t>
            </a:r>
            <a:r>
              <a:rPr spc="-8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long</a:t>
            </a:r>
            <a:r>
              <a:rPr spc="-8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documents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that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contain</a:t>
            </a:r>
            <a:r>
              <a:rPr spc="-8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many </a:t>
            </a:r>
            <a:r>
              <a:rPr spc="-10" dirty="0">
                <a:solidFill>
                  <a:srgbClr val="000000"/>
                </a:solidFill>
              </a:rPr>
              <a:t>sections.</a:t>
            </a:r>
          </a:p>
          <a:p>
            <a:pPr marL="494030" marR="894715" indent="-457200">
              <a:lnSpc>
                <a:spcPts val="5040"/>
              </a:lnSpc>
              <a:spcBef>
                <a:spcPts val="250"/>
              </a:spcBef>
              <a:buSzPct val="64285"/>
              <a:buChar char="●"/>
              <a:tabLst>
                <a:tab pos="494030" algn="l"/>
              </a:tabLst>
            </a:pPr>
            <a:r>
              <a:rPr dirty="0">
                <a:solidFill>
                  <a:srgbClr val="000000"/>
                </a:solidFill>
              </a:rPr>
              <a:t>Clicking</a:t>
            </a:r>
            <a:r>
              <a:rPr spc="-5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</a:t>
            </a:r>
            <a:r>
              <a:rPr spc="-6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internal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link</a:t>
            </a:r>
            <a:r>
              <a:rPr spc="-6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enables</a:t>
            </a:r>
            <a:r>
              <a:rPr spc="-5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5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user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find</a:t>
            </a:r>
            <a:r>
              <a:rPr spc="-45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spc="-10" dirty="0"/>
              <a:t>section </a:t>
            </a:r>
            <a:r>
              <a:rPr dirty="0"/>
              <a:t>without</a:t>
            </a:r>
            <a:r>
              <a:rPr spc="-75" dirty="0"/>
              <a:t> </a:t>
            </a:r>
            <a:r>
              <a:rPr dirty="0"/>
              <a:t>scrolling</a:t>
            </a:r>
            <a:r>
              <a:rPr spc="-85" dirty="0"/>
              <a:t> </a:t>
            </a:r>
            <a:r>
              <a:rPr dirty="0"/>
              <a:t>through</a:t>
            </a:r>
            <a:r>
              <a:rPr spc="-9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dirty="0"/>
              <a:t>entire</a:t>
            </a:r>
            <a:r>
              <a:rPr spc="-75" dirty="0"/>
              <a:t> </a:t>
            </a:r>
            <a:r>
              <a:rPr spc="-10" dirty="0"/>
              <a:t>document.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4967" y="158800"/>
            <a:ext cx="6809740" cy="685038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800" dirty="0">
                <a:latin typeface="Comic Sans MS"/>
                <a:cs typeface="Comic Sans MS"/>
              </a:rPr>
              <a:t>&lt;!DOCTYPE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html&gt;</a:t>
            </a:r>
            <a:endParaRPr sz="1800">
              <a:latin typeface="Comic Sans MS"/>
              <a:cs typeface="Comic Sans MS"/>
            </a:endParaRPr>
          </a:p>
          <a:p>
            <a:pPr marL="80645">
              <a:lnSpc>
                <a:spcPct val="100000"/>
              </a:lnSpc>
              <a:spcBef>
                <a:spcPts val="660"/>
              </a:spcBef>
            </a:pPr>
            <a:r>
              <a:rPr sz="1800" spc="-10" dirty="0">
                <a:latin typeface="Comic Sans MS"/>
                <a:cs typeface="Comic Sans MS"/>
              </a:rPr>
              <a:t>&lt;html&gt;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800" dirty="0">
                <a:latin typeface="Comic Sans MS"/>
                <a:cs typeface="Comic Sans MS"/>
              </a:rPr>
              <a:t>&lt;head&gt;&lt;meta</a:t>
            </a:r>
            <a:r>
              <a:rPr sz="1800" spc="-4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charset =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"utf-</a:t>
            </a:r>
            <a:r>
              <a:rPr sz="1800" spc="-25" dirty="0">
                <a:latin typeface="Comic Sans MS"/>
                <a:cs typeface="Comic Sans MS"/>
              </a:rPr>
              <a:t>8"&gt;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800" dirty="0">
                <a:latin typeface="Comic Sans MS"/>
                <a:cs typeface="Comic Sans MS"/>
              </a:rPr>
              <a:t>&lt;title&gt;Internal</a:t>
            </a:r>
            <a:r>
              <a:rPr sz="1800" spc="-75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linking&lt;/title&gt;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800" spc="-10" dirty="0">
                <a:latin typeface="Comic Sans MS"/>
                <a:cs typeface="Comic Sans MS"/>
              </a:rPr>
              <a:t>&lt;/head&gt;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800" spc="-10" dirty="0">
                <a:latin typeface="Comic Sans MS"/>
                <a:cs typeface="Comic Sans MS"/>
              </a:rPr>
              <a:t>&lt;body&gt;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800" dirty="0">
                <a:latin typeface="Comic Sans MS"/>
                <a:cs typeface="Comic Sans MS"/>
              </a:rPr>
              <a:t>&lt;img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src="internet.jpg"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height="200"</a:t>
            </a:r>
            <a:r>
              <a:rPr sz="1800" spc="20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width="200"&gt;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800" b="1" dirty="0">
                <a:solidFill>
                  <a:srgbClr val="0000FF"/>
                </a:solidFill>
                <a:latin typeface="Comic Sans MS"/>
                <a:cs typeface="Comic Sans MS"/>
              </a:rPr>
              <a:t>&lt;h1 id</a:t>
            </a:r>
            <a:r>
              <a:rPr sz="1800" b="1" spc="-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b="1" dirty="0">
                <a:solidFill>
                  <a:srgbClr val="0000FF"/>
                </a:solidFill>
                <a:latin typeface="Comic Sans MS"/>
                <a:cs typeface="Comic Sans MS"/>
              </a:rPr>
              <a:t>= "features"&gt;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The</a:t>
            </a:r>
            <a:r>
              <a:rPr sz="1800" spc="-1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Best</a:t>
            </a:r>
            <a:r>
              <a:rPr sz="1800" spc="-2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Features</a:t>
            </a:r>
            <a:r>
              <a:rPr sz="1800" spc="-4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of</a:t>
            </a:r>
            <a:r>
              <a:rPr sz="1800" spc="-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the</a:t>
            </a:r>
            <a:r>
              <a:rPr sz="1800" spc="-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Comic Sans MS"/>
                <a:cs typeface="Comic Sans MS"/>
              </a:rPr>
              <a:t>Internet</a:t>
            </a:r>
            <a:r>
              <a:rPr sz="1800" b="1" spc="-10" dirty="0">
                <a:solidFill>
                  <a:srgbClr val="0000FF"/>
                </a:solidFill>
                <a:latin typeface="Comic Sans MS"/>
                <a:cs typeface="Comic Sans MS"/>
              </a:rPr>
              <a:t>&lt;/h1&gt;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&lt;a</a:t>
            </a:r>
            <a:r>
              <a:rPr sz="1800" spc="-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href</a:t>
            </a:r>
            <a:r>
              <a:rPr sz="1800" spc="-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=</a:t>
            </a:r>
            <a:r>
              <a:rPr sz="1800" spc="-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"#drawbacks"&gt;</a:t>
            </a:r>
            <a:r>
              <a:rPr sz="1800" dirty="0">
                <a:latin typeface="Comic Sans MS"/>
                <a:cs typeface="Comic Sans MS"/>
              </a:rPr>
              <a:t>Go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to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Drawbacks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of</a:t>
            </a:r>
            <a:r>
              <a:rPr sz="1800" spc="-5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Internet</a:t>
            </a:r>
            <a:r>
              <a:rPr sz="1800" spc="-10" dirty="0">
                <a:solidFill>
                  <a:srgbClr val="FF0000"/>
                </a:solidFill>
                <a:latin typeface="Comic Sans MS"/>
                <a:cs typeface="Comic Sans MS"/>
              </a:rPr>
              <a:t>&lt;/a&gt;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800" spc="-20" dirty="0">
                <a:latin typeface="Comic Sans MS"/>
                <a:cs typeface="Comic Sans MS"/>
              </a:rPr>
              <a:t>&lt;ul&gt;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800" dirty="0">
                <a:latin typeface="Comic Sans MS"/>
                <a:cs typeface="Comic Sans MS"/>
              </a:rPr>
              <a:t>&lt;li&gt;You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can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meet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people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from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countries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around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the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world.&lt;/li&gt;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800" dirty="0">
                <a:latin typeface="Comic Sans MS"/>
                <a:cs typeface="Comic Sans MS"/>
              </a:rPr>
              <a:t>&lt;li&gt;You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have</a:t>
            </a:r>
            <a:r>
              <a:rPr sz="1800" spc="-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access</a:t>
            </a:r>
            <a:r>
              <a:rPr sz="1800" spc="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to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new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media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as it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becomes</a:t>
            </a:r>
            <a:r>
              <a:rPr sz="1800" spc="-5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public:</a:t>
            </a:r>
            <a:endParaRPr sz="180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670"/>
              </a:spcBef>
            </a:pPr>
            <a:r>
              <a:rPr sz="1800" spc="-20" dirty="0">
                <a:latin typeface="Comic Sans MS"/>
                <a:cs typeface="Comic Sans MS"/>
              </a:rPr>
              <a:t>&lt;ul&gt;</a:t>
            </a:r>
            <a:endParaRPr sz="180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660"/>
              </a:spcBef>
            </a:pPr>
            <a:r>
              <a:rPr sz="1800" dirty="0">
                <a:latin typeface="Comic Sans MS"/>
                <a:cs typeface="Comic Sans MS"/>
              </a:rPr>
              <a:t>&lt;li&gt;New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games&lt;/li&gt;</a:t>
            </a:r>
            <a:endParaRPr sz="180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675"/>
              </a:spcBef>
            </a:pPr>
            <a:r>
              <a:rPr sz="1800" dirty="0">
                <a:latin typeface="Comic Sans MS"/>
                <a:cs typeface="Comic Sans MS"/>
              </a:rPr>
              <a:t>&lt;li&gt;New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applications</a:t>
            </a:r>
            <a:endParaRPr sz="1800">
              <a:latin typeface="Comic Sans MS"/>
              <a:cs typeface="Comic Sans MS"/>
            </a:endParaRPr>
          </a:p>
          <a:p>
            <a:pPr marL="1231900">
              <a:lnSpc>
                <a:spcPct val="100000"/>
              </a:lnSpc>
              <a:spcBef>
                <a:spcPts val="675"/>
              </a:spcBef>
            </a:pPr>
            <a:r>
              <a:rPr sz="1800" spc="-20" dirty="0">
                <a:latin typeface="Comic Sans MS"/>
                <a:cs typeface="Comic Sans MS"/>
              </a:rPr>
              <a:t>&lt;ul&gt;</a:t>
            </a:r>
            <a:endParaRPr sz="1800">
              <a:latin typeface="Comic Sans MS"/>
              <a:cs typeface="Comic Sans MS"/>
            </a:endParaRPr>
          </a:p>
          <a:p>
            <a:pPr marL="1841500">
              <a:lnSpc>
                <a:spcPct val="100000"/>
              </a:lnSpc>
              <a:spcBef>
                <a:spcPts val="660"/>
              </a:spcBef>
            </a:pPr>
            <a:r>
              <a:rPr sz="1800" dirty="0">
                <a:latin typeface="Comic Sans MS"/>
                <a:cs typeface="Comic Sans MS"/>
              </a:rPr>
              <a:t>&lt;li&gt;For</a:t>
            </a:r>
            <a:r>
              <a:rPr sz="1800" spc="-5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Business&lt;/li&gt;</a:t>
            </a:r>
            <a:endParaRPr sz="1800">
              <a:latin typeface="Comic Sans MS"/>
              <a:cs typeface="Comic Sans MS"/>
            </a:endParaRPr>
          </a:p>
          <a:p>
            <a:pPr marL="1841500">
              <a:lnSpc>
                <a:spcPct val="100000"/>
              </a:lnSpc>
              <a:spcBef>
                <a:spcPts val="670"/>
              </a:spcBef>
            </a:pPr>
            <a:r>
              <a:rPr sz="1800" dirty="0">
                <a:latin typeface="Comic Sans MS"/>
                <a:cs typeface="Comic Sans MS"/>
              </a:rPr>
              <a:t>&lt;li&gt;For</a:t>
            </a:r>
            <a:r>
              <a:rPr sz="1800" spc="-5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Pleasure&lt;/li&gt;</a:t>
            </a:r>
            <a:endParaRPr sz="1800">
              <a:latin typeface="Comic Sans MS"/>
              <a:cs typeface="Comic Sans MS"/>
            </a:endParaRPr>
          </a:p>
          <a:p>
            <a:pPr marL="1036319">
              <a:lnSpc>
                <a:spcPct val="100000"/>
              </a:lnSpc>
              <a:spcBef>
                <a:spcPts val="675"/>
              </a:spcBef>
            </a:pPr>
            <a:r>
              <a:rPr sz="1800" spc="-10" dirty="0">
                <a:latin typeface="Comic Sans MS"/>
                <a:cs typeface="Comic Sans MS"/>
              </a:rPr>
              <a:t>&lt;/ul&gt;</a:t>
            </a:r>
            <a:endParaRPr sz="1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0040" y="247351"/>
            <a:ext cx="3157855" cy="469455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800" spc="-10" dirty="0">
                <a:latin typeface="Comic Sans MS"/>
                <a:cs typeface="Comic Sans MS"/>
              </a:rPr>
              <a:t>&lt;/li&gt;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800" dirty="0">
                <a:latin typeface="Comic Sans MS"/>
                <a:cs typeface="Comic Sans MS"/>
              </a:rPr>
              <a:t>&lt;li&gt;Around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the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clock </a:t>
            </a:r>
            <a:r>
              <a:rPr sz="1800" spc="-10" dirty="0">
                <a:latin typeface="Comic Sans MS"/>
                <a:cs typeface="Comic Sans MS"/>
              </a:rPr>
              <a:t>news&lt;/li&gt;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800" dirty="0">
                <a:latin typeface="Comic Sans MS"/>
                <a:cs typeface="Comic Sans MS"/>
              </a:rPr>
              <a:t>&lt;li&gt;Search </a:t>
            </a:r>
            <a:r>
              <a:rPr sz="1800" spc="-10" dirty="0">
                <a:latin typeface="Comic Sans MS"/>
                <a:cs typeface="Comic Sans MS"/>
              </a:rPr>
              <a:t>Engines&lt;/li&gt;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800" spc="-10" dirty="0">
                <a:latin typeface="Comic Sans MS"/>
                <a:cs typeface="Comic Sans MS"/>
              </a:rPr>
              <a:t>&lt;li&gt;Shopping&lt;/li&gt;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800" spc="-10" dirty="0">
                <a:latin typeface="Comic Sans MS"/>
                <a:cs typeface="Comic Sans MS"/>
              </a:rPr>
              <a:t>&lt;li&gt;Programming</a:t>
            </a:r>
            <a:endParaRPr sz="1800">
              <a:latin typeface="Comic Sans MS"/>
              <a:cs typeface="Comic Sans MS"/>
            </a:endParaRPr>
          </a:p>
          <a:p>
            <a:pPr marL="621665">
              <a:lnSpc>
                <a:spcPct val="100000"/>
              </a:lnSpc>
              <a:spcBef>
                <a:spcPts val="670"/>
              </a:spcBef>
            </a:pPr>
            <a:r>
              <a:rPr sz="1800" spc="-20" dirty="0">
                <a:latin typeface="Comic Sans MS"/>
                <a:cs typeface="Comic Sans MS"/>
              </a:rPr>
              <a:t>&lt;ul&gt;</a:t>
            </a:r>
            <a:endParaRPr sz="1800">
              <a:latin typeface="Comic Sans MS"/>
              <a:cs typeface="Comic Sans MS"/>
            </a:endParaRPr>
          </a:p>
          <a:p>
            <a:pPr marL="621665">
              <a:lnSpc>
                <a:spcPct val="100000"/>
              </a:lnSpc>
              <a:spcBef>
                <a:spcPts val="675"/>
              </a:spcBef>
            </a:pPr>
            <a:r>
              <a:rPr sz="1800" spc="-10" dirty="0">
                <a:latin typeface="Comic Sans MS"/>
                <a:cs typeface="Comic Sans MS"/>
              </a:rPr>
              <a:t>&lt;li&gt;HTML5&lt;/li&gt;</a:t>
            </a:r>
            <a:endParaRPr sz="1800">
              <a:latin typeface="Comic Sans MS"/>
              <a:cs typeface="Comic Sans MS"/>
            </a:endParaRPr>
          </a:p>
          <a:p>
            <a:pPr marL="621665">
              <a:lnSpc>
                <a:spcPct val="100000"/>
              </a:lnSpc>
              <a:spcBef>
                <a:spcPts val="660"/>
              </a:spcBef>
            </a:pPr>
            <a:r>
              <a:rPr sz="1800" spc="-10" dirty="0">
                <a:latin typeface="Comic Sans MS"/>
                <a:cs typeface="Comic Sans MS"/>
              </a:rPr>
              <a:t>&lt;li&gt;Java&lt;/li&gt;</a:t>
            </a:r>
            <a:endParaRPr sz="1800">
              <a:latin typeface="Comic Sans MS"/>
              <a:cs typeface="Comic Sans MS"/>
            </a:endParaRPr>
          </a:p>
          <a:p>
            <a:pPr marL="621665">
              <a:lnSpc>
                <a:spcPct val="100000"/>
              </a:lnSpc>
              <a:spcBef>
                <a:spcPts val="675"/>
              </a:spcBef>
            </a:pPr>
            <a:r>
              <a:rPr sz="1800" dirty="0">
                <a:latin typeface="Comic Sans MS"/>
                <a:cs typeface="Comic Sans MS"/>
              </a:rPr>
              <a:t>&lt;li&gt;Dynamic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HTML&lt;/li&gt;</a:t>
            </a:r>
            <a:endParaRPr sz="1800">
              <a:latin typeface="Comic Sans MS"/>
              <a:cs typeface="Comic Sans MS"/>
            </a:endParaRPr>
          </a:p>
          <a:p>
            <a:pPr marL="621665">
              <a:lnSpc>
                <a:spcPct val="100000"/>
              </a:lnSpc>
              <a:spcBef>
                <a:spcPts val="670"/>
              </a:spcBef>
            </a:pPr>
            <a:r>
              <a:rPr sz="1800" spc="-10" dirty="0">
                <a:latin typeface="Comic Sans MS"/>
                <a:cs typeface="Comic Sans MS"/>
              </a:rPr>
              <a:t>&lt;li&gt;Scripts&lt;/li&gt;</a:t>
            </a:r>
            <a:endParaRPr sz="1800">
              <a:latin typeface="Comic Sans MS"/>
              <a:cs typeface="Comic Sans MS"/>
            </a:endParaRPr>
          </a:p>
          <a:p>
            <a:pPr marL="621665">
              <a:lnSpc>
                <a:spcPct val="100000"/>
              </a:lnSpc>
              <a:spcBef>
                <a:spcPts val="665"/>
              </a:spcBef>
            </a:pPr>
            <a:r>
              <a:rPr sz="1800" dirty="0">
                <a:latin typeface="Comic Sans MS"/>
                <a:cs typeface="Comic Sans MS"/>
              </a:rPr>
              <a:t>&lt;li&gt;New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languages&lt;/li&gt;</a:t>
            </a:r>
            <a:endParaRPr sz="1800">
              <a:latin typeface="Comic Sans MS"/>
              <a:cs typeface="Comic Sans MS"/>
            </a:endParaRPr>
          </a:p>
          <a:p>
            <a:pPr marL="621665">
              <a:lnSpc>
                <a:spcPct val="100000"/>
              </a:lnSpc>
              <a:spcBef>
                <a:spcPts val="670"/>
              </a:spcBef>
            </a:pPr>
            <a:r>
              <a:rPr sz="1800" spc="-10" dirty="0">
                <a:latin typeface="Comic Sans MS"/>
                <a:cs typeface="Comic Sans MS"/>
              </a:rPr>
              <a:t>&lt;/ul&gt;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800" spc="-10" dirty="0">
                <a:latin typeface="Comic Sans MS"/>
                <a:cs typeface="Comic Sans MS"/>
              </a:rPr>
              <a:t>&lt;/li&gt;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0440" y="4914908"/>
            <a:ext cx="4269740" cy="146240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800" spc="-10" dirty="0">
                <a:latin typeface="Comic Sans MS"/>
                <a:cs typeface="Comic Sans MS"/>
              </a:rPr>
              <a:t>&lt;/ul&gt;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800" spc="-10" dirty="0">
                <a:latin typeface="Comic Sans MS"/>
                <a:cs typeface="Comic Sans MS"/>
              </a:rPr>
              <a:t>&lt;/li&gt;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800" spc="-10" dirty="0">
                <a:latin typeface="Comic Sans MS"/>
                <a:cs typeface="Comic Sans MS"/>
              </a:rPr>
              <a:t>&lt;li&gt;Links&lt;/li&gt;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800" dirty="0">
                <a:latin typeface="Comic Sans MS"/>
                <a:cs typeface="Comic Sans MS"/>
              </a:rPr>
              <a:t>&lt;li&gt;Keeping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in</a:t>
            </a:r>
            <a:r>
              <a:rPr sz="1800" spc="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touch with</a:t>
            </a:r>
            <a:r>
              <a:rPr sz="1800" spc="-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old </a:t>
            </a:r>
            <a:r>
              <a:rPr sz="1800" spc="-10" dirty="0">
                <a:latin typeface="Comic Sans MS"/>
                <a:cs typeface="Comic Sans MS"/>
              </a:rPr>
              <a:t>friends&lt;/li&gt;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93182" y="473506"/>
            <a:ext cx="6471920" cy="541210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800" dirty="0">
                <a:latin typeface="Comic Sans MS"/>
                <a:cs typeface="Comic Sans MS"/>
              </a:rPr>
              <a:t>&lt;li&gt;It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is</a:t>
            </a:r>
            <a:r>
              <a:rPr sz="1800" spc="-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the</a:t>
            </a:r>
            <a:r>
              <a:rPr sz="1800" spc="-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technology of</a:t>
            </a:r>
            <a:r>
              <a:rPr sz="1800" spc="-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the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future!&lt;/li&gt;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800" dirty="0">
                <a:latin typeface="Comic Sans MS"/>
                <a:cs typeface="Comic Sans MS"/>
              </a:rPr>
              <a:t>&lt;li&gt;Extension of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Existing</a:t>
            </a:r>
            <a:r>
              <a:rPr sz="1800" spc="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IT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Technology.&lt;/li&gt;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800" dirty="0">
                <a:latin typeface="Comic Sans MS"/>
                <a:cs typeface="Comic Sans MS"/>
              </a:rPr>
              <a:t>&lt;li&gt;Flexibility</a:t>
            </a:r>
            <a:r>
              <a:rPr sz="1800" spc="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of</a:t>
            </a:r>
            <a:r>
              <a:rPr sz="1800" spc="5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Communication&lt;/li&gt;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800" spc="-10" dirty="0">
                <a:latin typeface="Comic Sans MS"/>
                <a:cs typeface="Comic Sans MS"/>
              </a:rPr>
              <a:t>&lt;li&gt;Security&lt;/li&gt;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800" dirty="0">
                <a:latin typeface="Comic Sans MS"/>
                <a:cs typeface="Comic Sans MS"/>
              </a:rPr>
              <a:t>&lt;li&gt;Low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Cost&lt;/li&gt;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800" spc="-10" dirty="0">
                <a:latin typeface="Comic Sans MS"/>
                <a:cs typeface="Comic Sans MS"/>
              </a:rPr>
              <a:t>&lt;/ul&gt;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800" b="1" dirty="0">
                <a:solidFill>
                  <a:srgbClr val="0000FF"/>
                </a:solidFill>
                <a:latin typeface="Comic Sans MS"/>
                <a:cs typeface="Comic Sans MS"/>
              </a:rPr>
              <a:t>&lt;h1</a:t>
            </a:r>
            <a:r>
              <a:rPr sz="1800" b="1" spc="1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b="1" dirty="0">
                <a:solidFill>
                  <a:srgbClr val="0000FF"/>
                </a:solidFill>
                <a:latin typeface="Comic Sans MS"/>
                <a:cs typeface="Comic Sans MS"/>
              </a:rPr>
              <a:t>id = "drawbacks"&gt;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Drawbacks</a:t>
            </a:r>
            <a:r>
              <a:rPr sz="1800" spc="-2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of</a:t>
            </a:r>
            <a:r>
              <a:rPr sz="1800" spc="-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Comic Sans MS"/>
                <a:cs typeface="Comic Sans MS"/>
              </a:rPr>
              <a:t>Internet</a:t>
            </a:r>
            <a:r>
              <a:rPr sz="1800" b="1" spc="-10" dirty="0">
                <a:solidFill>
                  <a:srgbClr val="0000FF"/>
                </a:solidFill>
                <a:latin typeface="Comic Sans MS"/>
                <a:cs typeface="Comic Sans MS"/>
              </a:rPr>
              <a:t>&lt;/h1&gt;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800" b="1" dirty="0">
                <a:solidFill>
                  <a:srgbClr val="FF0000"/>
                </a:solidFill>
                <a:latin typeface="Comic Sans MS"/>
                <a:cs typeface="Comic Sans MS"/>
              </a:rPr>
              <a:t>&lt;a</a:t>
            </a:r>
            <a:r>
              <a:rPr sz="1800" b="1" spc="-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mic Sans MS"/>
                <a:cs typeface="Comic Sans MS"/>
              </a:rPr>
              <a:t>href</a:t>
            </a:r>
            <a:r>
              <a:rPr sz="1800" b="1" spc="-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mic Sans MS"/>
                <a:cs typeface="Comic Sans MS"/>
              </a:rPr>
              <a:t>=</a:t>
            </a:r>
            <a:r>
              <a:rPr sz="1800" b="1" spc="-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mic Sans MS"/>
                <a:cs typeface="Comic Sans MS"/>
              </a:rPr>
              <a:t>"#features"&gt;</a:t>
            </a:r>
            <a:r>
              <a:rPr sz="1800" dirty="0">
                <a:latin typeface="Comic Sans MS"/>
                <a:cs typeface="Comic Sans MS"/>
              </a:rPr>
              <a:t>Go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to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Favorite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Features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omic Sans MS"/>
                <a:cs typeface="Comic Sans MS"/>
              </a:rPr>
              <a:t>&lt;/a&gt;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800" spc="-20" dirty="0">
                <a:latin typeface="Comic Sans MS"/>
                <a:cs typeface="Comic Sans MS"/>
              </a:rPr>
              <a:t>&lt;ol&gt;</a:t>
            </a:r>
            <a:endParaRPr sz="180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670"/>
              </a:spcBef>
            </a:pPr>
            <a:r>
              <a:rPr sz="1800" dirty="0">
                <a:latin typeface="Comic Sans MS"/>
                <a:cs typeface="Comic Sans MS"/>
              </a:rPr>
              <a:t>&lt;li&gt;Addiction,</a:t>
            </a:r>
            <a:r>
              <a:rPr sz="1800" spc="5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time-</a:t>
            </a:r>
            <a:r>
              <a:rPr sz="1800" dirty="0">
                <a:latin typeface="Comic Sans MS"/>
                <a:cs typeface="Comic Sans MS"/>
              </a:rPr>
              <a:t>waster,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and</a:t>
            </a:r>
            <a:r>
              <a:rPr sz="1800" spc="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causes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distractions&lt;/li&gt;</a:t>
            </a:r>
            <a:endParaRPr sz="180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660"/>
              </a:spcBef>
            </a:pPr>
            <a:r>
              <a:rPr sz="1800" dirty="0">
                <a:latin typeface="Comic Sans MS"/>
                <a:cs typeface="Comic Sans MS"/>
              </a:rPr>
              <a:t>&lt;li&gt;Health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issues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and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obesity.&lt;/li&gt;</a:t>
            </a:r>
            <a:endParaRPr sz="180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675"/>
              </a:spcBef>
            </a:pPr>
            <a:r>
              <a:rPr sz="1800" spc="-10" dirty="0">
                <a:latin typeface="Comic Sans MS"/>
                <a:cs typeface="Comic Sans MS"/>
              </a:rPr>
              <a:t>&lt;li&gt;Cyberbullying&lt;/li&gt;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800" spc="-10" dirty="0">
                <a:latin typeface="Comic Sans MS"/>
                <a:cs typeface="Comic Sans MS"/>
              </a:rPr>
              <a:t>&lt;/ol&gt;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800" spc="-10" dirty="0">
                <a:latin typeface="Comic Sans MS"/>
                <a:cs typeface="Comic Sans MS"/>
              </a:rPr>
              <a:t>&lt;/body&gt;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800" spc="-10" dirty="0">
                <a:latin typeface="Comic Sans MS"/>
                <a:cs typeface="Comic Sans MS"/>
              </a:rPr>
              <a:t>&lt;/html&gt;</a:t>
            </a:r>
            <a:endParaRPr sz="1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6553199" cy="6857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89419" y="202690"/>
            <a:ext cx="5199887" cy="665530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967" y="118059"/>
            <a:ext cx="6897370" cy="558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0" b="1" dirty="0">
                <a:latin typeface="Comic Sans MS"/>
                <a:cs typeface="Comic Sans MS"/>
              </a:rPr>
              <a:t>Frames</a:t>
            </a:r>
            <a:r>
              <a:rPr sz="3500" b="1" spc="-110" dirty="0">
                <a:latin typeface="Comic Sans MS"/>
                <a:cs typeface="Comic Sans MS"/>
              </a:rPr>
              <a:t> </a:t>
            </a:r>
            <a:r>
              <a:rPr sz="3500" b="1" dirty="0">
                <a:latin typeface="Comic Sans MS"/>
                <a:cs typeface="Comic Sans MS"/>
              </a:rPr>
              <a:t>and</a:t>
            </a:r>
            <a:r>
              <a:rPr sz="3500" b="1" spc="-85" dirty="0">
                <a:latin typeface="Comic Sans MS"/>
                <a:cs typeface="Comic Sans MS"/>
              </a:rPr>
              <a:t> </a:t>
            </a:r>
            <a:r>
              <a:rPr sz="3500" b="1" dirty="0">
                <a:latin typeface="Comic Sans MS"/>
                <a:cs typeface="Comic Sans MS"/>
              </a:rPr>
              <a:t>Frame</a:t>
            </a:r>
            <a:r>
              <a:rPr sz="3500" b="1" spc="-105" dirty="0">
                <a:latin typeface="Comic Sans MS"/>
                <a:cs typeface="Comic Sans MS"/>
              </a:rPr>
              <a:t> </a:t>
            </a:r>
            <a:r>
              <a:rPr sz="3500" b="1" dirty="0">
                <a:latin typeface="Comic Sans MS"/>
                <a:cs typeface="Comic Sans MS"/>
              </a:rPr>
              <a:t>set</a:t>
            </a:r>
            <a:r>
              <a:rPr sz="3500" b="1" spc="-100" dirty="0">
                <a:latin typeface="Comic Sans MS"/>
                <a:cs typeface="Comic Sans MS"/>
              </a:rPr>
              <a:t> </a:t>
            </a:r>
            <a:r>
              <a:rPr sz="3500" b="1" dirty="0">
                <a:latin typeface="Comic Sans MS"/>
                <a:cs typeface="Comic Sans MS"/>
              </a:rPr>
              <a:t>in</a:t>
            </a:r>
            <a:r>
              <a:rPr sz="3500" b="1" spc="-90" dirty="0">
                <a:latin typeface="Comic Sans MS"/>
                <a:cs typeface="Comic Sans MS"/>
              </a:rPr>
              <a:t> </a:t>
            </a:r>
            <a:r>
              <a:rPr sz="3500" b="1" spc="-20" dirty="0">
                <a:latin typeface="Comic Sans MS"/>
                <a:cs typeface="Comic Sans MS"/>
              </a:rPr>
              <a:t>HTML</a:t>
            </a:r>
            <a:endParaRPr sz="35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4799" y="1248917"/>
            <a:ext cx="10964545" cy="4744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959" indent="-429259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Char char="●"/>
              <a:tabLst>
                <a:tab pos="441959" algn="l"/>
              </a:tabLst>
            </a:pP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HTML</a:t>
            </a:r>
            <a:r>
              <a:rPr sz="1800" spc="1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frames</a:t>
            </a:r>
            <a:r>
              <a:rPr sz="1800" spc="1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are</a:t>
            </a:r>
            <a:r>
              <a:rPr sz="1800" spc="1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used</a:t>
            </a:r>
            <a:r>
              <a:rPr sz="1800" spc="1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to</a:t>
            </a:r>
            <a:r>
              <a:rPr sz="1800" spc="150" dirty="0"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divide</a:t>
            </a:r>
            <a:r>
              <a:rPr sz="1800" spc="12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your</a:t>
            </a:r>
            <a:r>
              <a:rPr sz="1800" spc="13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browser</a:t>
            </a:r>
            <a:r>
              <a:rPr sz="1800" spc="13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window</a:t>
            </a:r>
            <a:r>
              <a:rPr sz="1800" spc="14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into</a:t>
            </a:r>
            <a:r>
              <a:rPr sz="1800" spc="13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multiple</a:t>
            </a:r>
            <a:r>
              <a:rPr sz="1800" spc="12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sections</a:t>
            </a:r>
            <a:r>
              <a:rPr sz="1800" spc="13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where</a:t>
            </a:r>
            <a:r>
              <a:rPr sz="1800" spc="1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each</a:t>
            </a:r>
            <a:r>
              <a:rPr sz="1800" spc="130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section</a:t>
            </a:r>
            <a:endParaRPr sz="1800">
              <a:latin typeface="Comic Sans MS"/>
              <a:cs typeface="Comic Sans MS"/>
            </a:endParaRPr>
          </a:p>
          <a:p>
            <a:pPr marL="441959">
              <a:lnSpc>
                <a:spcPct val="100000"/>
              </a:lnSpc>
              <a:spcBef>
                <a:spcPts val="1725"/>
              </a:spcBef>
            </a:pPr>
            <a:r>
              <a:rPr sz="1800" dirty="0">
                <a:latin typeface="Comic Sans MS"/>
                <a:cs typeface="Comic Sans MS"/>
              </a:rPr>
              <a:t>can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load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separate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HTML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document.</a:t>
            </a:r>
            <a:endParaRPr sz="1800">
              <a:latin typeface="Comic Sans MS"/>
              <a:cs typeface="Comic Sans MS"/>
            </a:endParaRPr>
          </a:p>
          <a:p>
            <a:pPr marL="441959" indent="-429259">
              <a:lnSpc>
                <a:spcPct val="100000"/>
              </a:lnSpc>
              <a:spcBef>
                <a:spcPts val="1730"/>
              </a:spcBef>
              <a:buClr>
                <a:srgbClr val="000000"/>
              </a:buClr>
              <a:buChar char="●"/>
              <a:tabLst>
                <a:tab pos="441959" algn="l"/>
              </a:tabLst>
            </a:pP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A</a:t>
            </a:r>
            <a:r>
              <a:rPr sz="1800" spc="-4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collection</a:t>
            </a:r>
            <a:r>
              <a:rPr sz="1800" spc="-3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of</a:t>
            </a:r>
            <a:r>
              <a:rPr sz="1800" spc="-3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frames</a:t>
            </a:r>
            <a:r>
              <a:rPr sz="1800" spc="-5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in</a:t>
            </a:r>
            <a:r>
              <a:rPr sz="1800" spc="-3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the</a:t>
            </a:r>
            <a:r>
              <a:rPr sz="1800" spc="-4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browser</a:t>
            </a:r>
            <a:r>
              <a:rPr sz="1800" spc="-2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window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is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known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as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mic Sans MS"/>
                <a:cs typeface="Comic Sans MS"/>
              </a:rPr>
              <a:t>frameset.</a:t>
            </a:r>
            <a:endParaRPr sz="1800">
              <a:latin typeface="Comic Sans MS"/>
              <a:cs typeface="Comic Sans MS"/>
            </a:endParaRPr>
          </a:p>
          <a:p>
            <a:pPr marL="441959" marR="5080" indent="-429895">
              <a:lnSpc>
                <a:spcPct val="180000"/>
              </a:lnSpc>
              <a:buClr>
                <a:srgbClr val="FF0000"/>
              </a:buClr>
              <a:buChar char="●"/>
              <a:tabLst>
                <a:tab pos="441959" algn="l"/>
              </a:tabLst>
            </a:pPr>
            <a:r>
              <a:rPr sz="1800" dirty="0">
                <a:latin typeface="Comic Sans MS"/>
                <a:cs typeface="Comic Sans MS"/>
              </a:rPr>
              <a:t>Instead</a:t>
            </a:r>
            <a:r>
              <a:rPr sz="1800" spc="4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of</a:t>
            </a:r>
            <a:r>
              <a:rPr sz="1800" spc="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using</a:t>
            </a:r>
            <a:r>
              <a:rPr sz="1800" spc="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body</a:t>
            </a:r>
            <a:r>
              <a:rPr sz="1800" spc="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tag,</a:t>
            </a:r>
            <a:r>
              <a:rPr sz="1800" spc="50" dirty="0"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use</a:t>
            </a:r>
            <a:r>
              <a:rPr sz="1800" spc="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frameset</a:t>
            </a:r>
            <a:r>
              <a:rPr sz="1800" spc="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tag</a:t>
            </a:r>
            <a:r>
              <a:rPr sz="1800" spc="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in</a:t>
            </a:r>
            <a:r>
              <a:rPr sz="1800" spc="4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HTML</a:t>
            </a:r>
            <a:r>
              <a:rPr sz="1800" spc="4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to</a:t>
            </a:r>
            <a:r>
              <a:rPr sz="1800" spc="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use</a:t>
            </a:r>
            <a:r>
              <a:rPr sz="1800" spc="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frames</a:t>
            </a:r>
            <a:r>
              <a:rPr sz="1800" spc="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in</a:t>
            </a:r>
            <a:r>
              <a:rPr sz="1800" spc="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web</a:t>
            </a:r>
            <a:r>
              <a:rPr sz="1800" spc="4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browser.</a:t>
            </a:r>
            <a:r>
              <a:rPr sz="1800" spc="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But</a:t>
            </a:r>
            <a:r>
              <a:rPr sz="1800" spc="5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this</a:t>
            </a:r>
            <a:r>
              <a:rPr sz="1800" spc="30" dirty="0">
                <a:latin typeface="Comic Sans MS"/>
                <a:cs typeface="Comic Sans MS"/>
              </a:rPr>
              <a:t> </a:t>
            </a:r>
            <a:r>
              <a:rPr sz="1800" spc="-25" dirty="0">
                <a:latin typeface="Comic Sans MS"/>
                <a:cs typeface="Comic Sans MS"/>
              </a:rPr>
              <a:t>Tag </a:t>
            </a:r>
            <a:r>
              <a:rPr sz="1800" dirty="0">
                <a:latin typeface="Comic Sans MS"/>
                <a:cs typeface="Comic Sans MS"/>
              </a:rPr>
              <a:t>is</a:t>
            </a:r>
            <a:r>
              <a:rPr sz="1800" spc="-65" dirty="0"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deprecated</a:t>
            </a:r>
            <a:r>
              <a:rPr sz="1800" spc="-2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in</a:t>
            </a:r>
            <a:r>
              <a:rPr sz="1800" spc="-5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HTML</a:t>
            </a:r>
            <a:r>
              <a:rPr sz="1800" spc="-4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spc="-25" dirty="0">
                <a:solidFill>
                  <a:srgbClr val="0000FF"/>
                </a:solidFill>
                <a:latin typeface="Comic Sans MS"/>
                <a:cs typeface="Comic Sans MS"/>
              </a:rPr>
              <a:t>5.</a:t>
            </a:r>
            <a:endParaRPr sz="1800">
              <a:latin typeface="Comic Sans MS"/>
              <a:cs typeface="Comic Sans MS"/>
            </a:endParaRPr>
          </a:p>
          <a:p>
            <a:pPr marL="441959" indent="-429259">
              <a:lnSpc>
                <a:spcPct val="100000"/>
              </a:lnSpc>
              <a:spcBef>
                <a:spcPts val="1730"/>
              </a:spcBef>
              <a:buClr>
                <a:srgbClr val="FF0000"/>
              </a:buClr>
              <a:buChar char="●"/>
              <a:tabLst>
                <a:tab pos="441959" algn="l"/>
              </a:tabLst>
            </a:pPr>
            <a:r>
              <a:rPr sz="1800" dirty="0">
                <a:latin typeface="Comic Sans MS"/>
                <a:cs typeface="Comic Sans MS"/>
              </a:rPr>
              <a:t>The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frameset</a:t>
            </a:r>
            <a:r>
              <a:rPr sz="1800" spc="-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tag</a:t>
            </a:r>
            <a:r>
              <a:rPr sz="1800" spc="-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is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used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to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define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how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to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divide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the</a:t>
            </a:r>
            <a:r>
              <a:rPr sz="1800" spc="-50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browser.</a:t>
            </a:r>
            <a:endParaRPr sz="1800">
              <a:latin typeface="Comic Sans MS"/>
              <a:cs typeface="Comic Sans MS"/>
            </a:endParaRPr>
          </a:p>
          <a:p>
            <a:pPr marL="441959" marR="6985" indent="-429895">
              <a:lnSpc>
                <a:spcPct val="180000"/>
              </a:lnSpc>
              <a:buChar char="●"/>
              <a:tabLst>
                <a:tab pos="441959" algn="l"/>
              </a:tabLst>
            </a:pP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Each</a:t>
            </a:r>
            <a:r>
              <a:rPr sz="1800" spc="20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frame</a:t>
            </a:r>
            <a:r>
              <a:rPr sz="1800" spc="19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is</a:t>
            </a:r>
            <a:r>
              <a:rPr sz="1800" spc="18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indicated</a:t>
            </a:r>
            <a:r>
              <a:rPr sz="1800" spc="204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by</a:t>
            </a:r>
            <a:r>
              <a:rPr sz="1800" spc="16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frame</a:t>
            </a:r>
            <a:r>
              <a:rPr sz="1800" spc="19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tag</a:t>
            </a:r>
            <a:r>
              <a:rPr sz="1800" spc="20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and</a:t>
            </a:r>
            <a:r>
              <a:rPr sz="1800" spc="18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it</a:t>
            </a:r>
            <a:r>
              <a:rPr sz="1800" spc="18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basically</a:t>
            </a:r>
            <a:r>
              <a:rPr sz="1800" spc="18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defines</a:t>
            </a:r>
            <a:r>
              <a:rPr sz="1800" spc="17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which</a:t>
            </a:r>
            <a:r>
              <a:rPr sz="1800" spc="19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HTML</a:t>
            </a:r>
            <a:r>
              <a:rPr sz="1800" spc="19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document</a:t>
            </a:r>
            <a:r>
              <a:rPr sz="1800" spc="17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shall</a:t>
            </a:r>
            <a:r>
              <a:rPr sz="1800" spc="185" dirty="0">
                <a:latin typeface="Comic Sans MS"/>
                <a:cs typeface="Comic Sans MS"/>
              </a:rPr>
              <a:t> </a:t>
            </a:r>
            <a:r>
              <a:rPr sz="1800" spc="-20" dirty="0">
                <a:latin typeface="Comic Sans MS"/>
                <a:cs typeface="Comic Sans MS"/>
              </a:rPr>
              <a:t>open </a:t>
            </a:r>
            <a:r>
              <a:rPr sz="1800" dirty="0">
                <a:latin typeface="Comic Sans MS"/>
                <a:cs typeface="Comic Sans MS"/>
              </a:rPr>
              <a:t>into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the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frame</a:t>
            </a:r>
            <a:endParaRPr sz="1800">
              <a:latin typeface="Comic Sans MS"/>
              <a:cs typeface="Comic Sans MS"/>
            </a:endParaRPr>
          </a:p>
          <a:p>
            <a:pPr marL="441959" marR="5080" indent="-429895">
              <a:lnSpc>
                <a:spcPts val="3890"/>
              </a:lnSpc>
              <a:spcBef>
                <a:spcPts val="219"/>
              </a:spcBef>
              <a:buChar char="●"/>
              <a:tabLst>
                <a:tab pos="441959" algn="l"/>
              </a:tabLst>
            </a:pPr>
            <a:r>
              <a:rPr sz="1800" dirty="0">
                <a:latin typeface="Comic Sans MS"/>
                <a:cs typeface="Comic Sans MS"/>
              </a:rPr>
              <a:t>To</a:t>
            </a:r>
            <a:r>
              <a:rPr sz="1800" spc="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define</a:t>
            </a:r>
            <a:r>
              <a:rPr sz="1800" spc="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the</a:t>
            </a:r>
            <a:r>
              <a:rPr sz="1800" spc="25" dirty="0"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horizontal</a:t>
            </a:r>
            <a:r>
              <a:rPr sz="1800" spc="3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frames</a:t>
            </a:r>
            <a:r>
              <a:rPr sz="1800" spc="3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use</a:t>
            </a:r>
            <a:r>
              <a:rPr sz="1800" spc="2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row</a:t>
            </a:r>
            <a:r>
              <a:rPr sz="1800" spc="4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attribute</a:t>
            </a:r>
            <a:r>
              <a:rPr sz="1800" spc="3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of</a:t>
            </a:r>
            <a:r>
              <a:rPr sz="1800" spc="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frame</a:t>
            </a:r>
            <a:r>
              <a:rPr sz="1800" spc="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tag</a:t>
            </a:r>
            <a:r>
              <a:rPr sz="1800" spc="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in</a:t>
            </a:r>
            <a:r>
              <a:rPr sz="1800" spc="4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HTML</a:t>
            </a:r>
            <a:r>
              <a:rPr sz="1800" spc="4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document</a:t>
            </a:r>
            <a:r>
              <a:rPr sz="1800" spc="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and</a:t>
            </a:r>
            <a:r>
              <a:rPr sz="1800" spc="4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to</a:t>
            </a:r>
            <a:r>
              <a:rPr sz="1800" spc="40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define </a:t>
            </a:r>
            <a:r>
              <a:rPr sz="1800" dirty="0">
                <a:latin typeface="Comic Sans MS"/>
                <a:cs typeface="Comic Sans MS"/>
              </a:rPr>
              <a:t>the</a:t>
            </a:r>
            <a:r>
              <a:rPr sz="1800" spc="-45" dirty="0"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970000"/>
                </a:solidFill>
                <a:latin typeface="Comic Sans MS"/>
                <a:cs typeface="Comic Sans MS"/>
              </a:rPr>
              <a:t>vertical</a:t>
            </a:r>
            <a:r>
              <a:rPr sz="1800" spc="-20" dirty="0">
                <a:solidFill>
                  <a:srgbClr val="9700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970000"/>
                </a:solidFill>
                <a:latin typeface="Comic Sans MS"/>
                <a:cs typeface="Comic Sans MS"/>
              </a:rPr>
              <a:t>frames</a:t>
            </a:r>
            <a:r>
              <a:rPr sz="1800" spc="-55" dirty="0">
                <a:solidFill>
                  <a:srgbClr val="9700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970000"/>
                </a:solidFill>
                <a:latin typeface="Comic Sans MS"/>
                <a:cs typeface="Comic Sans MS"/>
              </a:rPr>
              <a:t>use</a:t>
            </a:r>
            <a:r>
              <a:rPr sz="1800" spc="-30" dirty="0">
                <a:solidFill>
                  <a:srgbClr val="9700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970000"/>
                </a:solidFill>
                <a:latin typeface="Comic Sans MS"/>
                <a:cs typeface="Comic Sans MS"/>
              </a:rPr>
              <a:t>col</a:t>
            </a:r>
            <a:r>
              <a:rPr sz="1800" spc="-30" dirty="0">
                <a:solidFill>
                  <a:srgbClr val="9700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970000"/>
                </a:solidFill>
                <a:latin typeface="Comic Sans MS"/>
                <a:cs typeface="Comic Sans MS"/>
              </a:rPr>
              <a:t>attribute</a:t>
            </a:r>
            <a:r>
              <a:rPr sz="1800" spc="-35" dirty="0">
                <a:solidFill>
                  <a:srgbClr val="9700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of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frame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tag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in</a:t>
            </a:r>
            <a:r>
              <a:rPr sz="1800" spc="-5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HTML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document.</a:t>
            </a:r>
            <a:endParaRPr sz="1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4967" y="207924"/>
            <a:ext cx="6333490" cy="5581650"/>
          </a:xfrm>
          <a:prstGeom prst="rect">
            <a:avLst/>
          </a:prstGeom>
        </p:spPr>
        <p:txBody>
          <a:bodyPr vert="horz" wrap="square" lIns="0" tIns="201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sz="2400" dirty="0">
                <a:latin typeface="Comic Sans MS"/>
                <a:cs typeface="Comic Sans MS"/>
              </a:rPr>
              <a:t>&lt;!DOCTYPE</a:t>
            </a:r>
            <a:r>
              <a:rPr sz="2400" spc="10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html&gt;</a:t>
            </a:r>
            <a:endParaRPr sz="2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2400" spc="-10" dirty="0">
                <a:latin typeface="Comic Sans MS"/>
                <a:cs typeface="Comic Sans MS"/>
              </a:rPr>
              <a:t>&lt;html&gt;</a:t>
            </a:r>
            <a:endParaRPr sz="2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sz="2400" dirty="0">
                <a:latin typeface="Comic Sans MS"/>
                <a:cs typeface="Comic Sans MS"/>
              </a:rPr>
              <a:t>&lt;frameset</a:t>
            </a:r>
            <a:r>
              <a:rPr sz="2400" spc="8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cols="50%,50%"&gt;</a:t>
            </a:r>
            <a:endParaRPr sz="2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2400" dirty="0">
                <a:latin typeface="Comic Sans MS"/>
                <a:cs typeface="Comic Sans MS"/>
              </a:rPr>
              <a:t>&lt;frame</a:t>
            </a:r>
            <a:r>
              <a:rPr sz="2400" spc="114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src="form.html"</a:t>
            </a:r>
            <a:r>
              <a:rPr sz="2400" spc="8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name="left"&gt;</a:t>
            </a:r>
            <a:endParaRPr sz="2400">
              <a:latin typeface="Comic Sans MS"/>
              <a:cs typeface="Comic Sans MS"/>
            </a:endParaRPr>
          </a:p>
          <a:p>
            <a:pPr marL="565785">
              <a:lnSpc>
                <a:spcPct val="100000"/>
              </a:lnSpc>
              <a:spcBef>
                <a:spcPts val="1490"/>
              </a:spcBef>
            </a:pPr>
            <a:r>
              <a:rPr sz="2400" dirty="0">
                <a:latin typeface="Comic Sans MS"/>
                <a:cs typeface="Comic Sans MS"/>
              </a:rPr>
              <a:t>&lt;frameset</a:t>
            </a:r>
            <a:r>
              <a:rPr sz="2400" spc="7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rows="50%,50%"&gt;</a:t>
            </a:r>
            <a:endParaRPr sz="2400">
              <a:latin typeface="Comic Sans MS"/>
              <a:cs typeface="Comic Sans MS"/>
            </a:endParaRPr>
          </a:p>
          <a:p>
            <a:pPr marL="1026160">
              <a:lnSpc>
                <a:spcPct val="100000"/>
              </a:lnSpc>
              <a:spcBef>
                <a:spcPts val="1500"/>
              </a:spcBef>
            </a:pPr>
            <a:r>
              <a:rPr sz="2400" dirty="0">
                <a:latin typeface="Comic Sans MS"/>
                <a:cs typeface="Comic Sans MS"/>
              </a:rPr>
              <a:t>&lt;frame</a:t>
            </a:r>
            <a:r>
              <a:rPr sz="2400" spc="1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src="ol.html"</a:t>
            </a:r>
            <a:r>
              <a:rPr sz="2400" spc="8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name="right1"&gt;</a:t>
            </a:r>
            <a:endParaRPr sz="2400">
              <a:latin typeface="Comic Sans MS"/>
              <a:cs typeface="Comic Sans MS"/>
            </a:endParaRPr>
          </a:p>
          <a:p>
            <a:pPr marL="1118870">
              <a:lnSpc>
                <a:spcPct val="100000"/>
              </a:lnSpc>
              <a:spcBef>
                <a:spcPts val="1490"/>
              </a:spcBef>
            </a:pPr>
            <a:r>
              <a:rPr sz="2400" dirty="0">
                <a:latin typeface="Comic Sans MS"/>
                <a:cs typeface="Comic Sans MS"/>
              </a:rPr>
              <a:t>&lt;frame</a:t>
            </a:r>
            <a:r>
              <a:rPr sz="2400" spc="8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src="ul.html"</a:t>
            </a:r>
            <a:r>
              <a:rPr sz="2400" spc="6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name="right2"&gt;</a:t>
            </a:r>
            <a:endParaRPr sz="2400">
              <a:latin typeface="Comic Sans MS"/>
              <a:cs typeface="Comic Sans MS"/>
            </a:endParaRPr>
          </a:p>
          <a:p>
            <a:pPr marL="657225">
              <a:lnSpc>
                <a:spcPct val="100000"/>
              </a:lnSpc>
              <a:spcBef>
                <a:spcPts val="1490"/>
              </a:spcBef>
            </a:pPr>
            <a:r>
              <a:rPr sz="2400" spc="-10" dirty="0">
                <a:latin typeface="Comic Sans MS"/>
                <a:cs typeface="Comic Sans MS"/>
              </a:rPr>
              <a:t>&lt;/frameset&gt;</a:t>
            </a:r>
            <a:endParaRPr sz="2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2400" spc="-10" dirty="0">
                <a:latin typeface="Comic Sans MS"/>
                <a:cs typeface="Comic Sans MS"/>
              </a:rPr>
              <a:t>&lt;/frameset&gt;</a:t>
            </a:r>
            <a:endParaRPr sz="2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sz="2400" spc="-10" dirty="0">
                <a:latin typeface="Comic Sans MS"/>
                <a:cs typeface="Comic Sans MS"/>
              </a:rPr>
              <a:t>&lt;/html&gt;</a:t>
            </a:r>
            <a:endParaRPr sz="2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051" y="0"/>
            <a:ext cx="1148486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967" y="-95250"/>
            <a:ext cx="71075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Comic Sans MS"/>
                <a:cs typeface="Comic Sans MS"/>
              </a:rPr>
              <a:t>Frames</a:t>
            </a:r>
            <a:r>
              <a:rPr sz="4000" b="1" spc="-70" dirty="0">
                <a:latin typeface="Comic Sans MS"/>
                <a:cs typeface="Comic Sans MS"/>
              </a:rPr>
              <a:t> </a:t>
            </a:r>
            <a:r>
              <a:rPr sz="4000" b="1" dirty="0">
                <a:latin typeface="Comic Sans MS"/>
                <a:cs typeface="Comic Sans MS"/>
              </a:rPr>
              <a:t>in</a:t>
            </a:r>
            <a:r>
              <a:rPr sz="4000" b="1" spc="-75" dirty="0">
                <a:latin typeface="Comic Sans MS"/>
                <a:cs typeface="Comic Sans MS"/>
              </a:rPr>
              <a:t> </a:t>
            </a:r>
            <a:r>
              <a:rPr sz="4000" b="1" spc="-10" dirty="0">
                <a:latin typeface="Comic Sans MS"/>
                <a:cs typeface="Comic Sans MS"/>
              </a:rPr>
              <a:t>HTML5.0(IFrame)</a:t>
            </a:r>
            <a:endParaRPr sz="40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4967" y="836727"/>
            <a:ext cx="10907395" cy="5414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2300" marR="5080" indent="-393700">
              <a:lnSpc>
                <a:spcPct val="116799"/>
              </a:lnSpc>
              <a:spcBef>
                <a:spcPts val="95"/>
              </a:spcBef>
              <a:buClr>
                <a:srgbClr val="333333"/>
              </a:buClr>
              <a:buSzPct val="57894"/>
              <a:buChar char="●"/>
              <a:tabLst>
                <a:tab pos="622300" algn="l"/>
              </a:tabLst>
            </a:pPr>
            <a:r>
              <a:rPr sz="1900" dirty="0">
                <a:solidFill>
                  <a:srgbClr val="464646"/>
                </a:solidFill>
                <a:latin typeface="Comic Sans MS"/>
                <a:cs typeface="Comic Sans MS"/>
              </a:rPr>
              <a:t>An</a:t>
            </a:r>
            <a:r>
              <a:rPr sz="1900" spc="35" dirty="0">
                <a:solidFill>
                  <a:srgbClr val="464646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iFrame</a:t>
            </a:r>
            <a:r>
              <a:rPr sz="1900" spc="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64646"/>
                </a:solidFill>
                <a:latin typeface="Comic Sans MS"/>
                <a:cs typeface="Comic Sans MS"/>
              </a:rPr>
              <a:t>is</a:t>
            </a:r>
            <a:r>
              <a:rPr sz="1900" spc="20" dirty="0">
                <a:solidFill>
                  <a:srgbClr val="464646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64646"/>
                </a:solidFill>
                <a:latin typeface="Comic Sans MS"/>
                <a:cs typeface="Comic Sans MS"/>
              </a:rPr>
              <a:t>an</a:t>
            </a:r>
            <a:r>
              <a:rPr sz="1900" spc="45" dirty="0">
                <a:solidFill>
                  <a:srgbClr val="464646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0000FF"/>
                </a:solidFill>
                <a:latin typeface="Comic Sans MS"/>
                <a:cs typeface="Comic Sans MS"/>
              </a:rPr>
              <a:t>inline</a:t>
            </a:r>
            <a:r>
              <a:rPr sz="1900" spc="4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0000FF"/>
                </a:solidFill>
                <a:latin typeface="Comic Sans MS"/>
                <a:cs typeface="Comic Sans MS"/>
              </a:rPr>
              <a:t>frame</a:t>
            </a:r>
            <a:r>
              <a:rPr sz="1900" spc="5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64646"/>
                </a:solidFill>
                <a:latin typeface="Comic Sans MS"/>
                <a:cs typeface="Comic Sans MS"/>
              </a:rPr>
              <a:t>used</a:t>
            </a:r>
            <a:r>
              <a:rPr sz="1900" spc="25" dirty="0">
                <a:solidFill>
                  <a:srgbClr val="464646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64646"/>
                </a:solidFill>
                <a:latin typeface="Comic Sans MS"/>
                <a:cs typeface="Comic Sans MS"/>
              </a:rPr>
              <a:t>inside</a:t>
            </a:r>
            <a:r>
              <a:rPr sz="1900" spc="50" dirty="0">
                <a:solidFill>
                  <a:srgbClr val="464646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64646"/>
                </a:solidFill>
                <a:latin typeface="Comic Sans MS"/>
                <a:cs typeface="Comic Sans MS"/>
              </a:rPr>
              <a:t>a</a:t>
            </a:r>
            <a:r>
              <a:rPr sz="1900" spc="30" dirty="0">
                <a:solidFill>
                  <a:srgbClr val="464646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64646"/>
                </a:solidFill>
                <a:latin typeface="Comic Sans MS"/>
                <a:cs typeface="Comic Sans MS"/>
              </a:rPr>
              <a:t>webpage</a:t>
            </a:r>
            <a:r>
              <a:rPr sz="1900" spc="65" dirty="0">
                <a:solidFill>
                  <a:srgbClr val="464646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0000FF"/>
                </a:solidFill>
                <a:latin typeface="Comic Sans MS"/>
                <a:cs typeface="Comic Sans MS"/>
              </a:rPr>
              <a:t>to</a:t>
            </a:r>
            <a:r>
              <a:rPr sz="1900" spc="4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0000FF"/>
                </a:solidFill>
                <a:latin typeface="Comic Sans MS"/>
                <a:cs typeface="Comic Sans MS"/>
              </a:rPr>
              <a:t>load</a:t>
            </a:r>
            <a:r>
              <a:rPr sz="1900" spc="2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0000FF"/>
                </a:solidFill>
                <a:latin typeface="Comic Sans MS"/>
                <a:cs typeface="Comic Sans MS"/>
              </a:rPr>
              <a:t>another</a:t>
            </a:r>
            <a:r>
              <a:rPr sz="1900" spc="4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0000FF"/>
                </a:solidFill>
                <a:latin typeface="Comic Sans MS"/>
                <a:cs typeface="Comic Sans MS"/>
              </a:rPr>
              <a:t>HTML</a:t>
            </a:r>
            <a:r>
              <a:rPr sz="1900" spc="5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0000FF"/>
                </a:solidFill>
                <a:latin typeface="Comic Sans MS"/>
                <a:cs typeface="Comic Sans MS"/>
              </a:rPr>
              <a:t>document</a:t>
            </a:r>
            <a:r>
              <a:rPr sz="1900" spc="1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0000FF"/>
                </a:solidFill>
                <a:latin typeface="Comic Sans MS"/>
                <a:cs typeface="Comic Sans MS"/>
              </a:rPr>
              <a:t>inside </a:t>
            </a:r>
            <a:r>
              <a:rPr sz="1900" spc="-25" dirty="0">
                <a:solidFill>
                  <a:srgbClr val="0000FF"/>
                </a:solidFill>
                <a:latin typeface="Comic Sans MS"/>
                <a:cs typeface="Comic Sans MS"/>
              </a:rPr>
              <a:t>it.</a:t>
            </a:r>
            <a:endParaRPr sz="1900">
              <a:latin typeface="Comic Sans MS"/>
              <a:cs typeface="Comic Sans MS"/>
            </a:endParaRPr>
          </a:p>
          <a:p>
            <a:pPr marL="621665" indent="-393065">
              <a:lnSpc>
                <a:spcPct val="100000"/>
              </a:lnSpc>
              <a:spcBef>
                <a:spcPts val="350"/>
              </a:spcBef>
              <a:buSzPct val="61111"/>
              <a:buFont typeface="Tahoma"/>
              <a:buChar char="●"/>
              <a:tabLst>
                <a:tab pos="621665" algn="l"/>
              </a:tabLst>
            </a:pPr>
            <a:r>
              <a:rPr sz="1800" dirty="0">
                <a:solidFill>
                  <a:srgbClr val="333333"/>
                </a:solidFill>
                <a:latin typeface="Comic Sans MS"/>
                <a:cs typeface="Comic Sans MS"/>
              </a:rPr>
              <a:t>It</a:t>
            </a:r>
            <a:r>
              <a:rPr sz="1800" spc="-3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333333"/>
                </a:solidFill>
                <a:latin typeface="Comic Sans MS"/>
                <a:cs typeface="Comic Sans MS"/>
              </a:rPr>
              <a:t>allows</a:t>
            </a:r>
            <a:r>
              <a:rPr sz="1800" spc="-5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333333"/>
                </a:solidFill>
                <a:latin typeface="Comic Sans MS"/>
                <a:cs typeface="Comic Sans MS"/>
              </a:rPr>
              <a:t>you</a:t>
            </a:r>
            <a:r>
              <a:rPr sz="1800" spc="-3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333333"/>
                </a:solidFill>
                <a:latin typeface="Comic Sans MS"/>
                <a:cs typeface="Comic Sans MS"/>
              </a:rPr>
              <a:t>to</a:t>
            </a:r>
            <a:r>
              <a:rPr sz="1800" spc="-3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333333"/>
                </a:solidFill>
                <a:latin typeface="Comic Sans MS"/>
                <a:cs typeface="Comic Sans MS"/>
              </a:rPr>
              <a:t>open</a:t>
            </a:r>
            <a:r>
              <a:rPr sz="1800" spc="-3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333333"/>
                </a:solidFill>
                <a:latin typeface="Comic Sans MS"/>
                <a:cs typeface="Comic Sans MS"/>
              </a:rPr>
              <a:t>new</a:t>
            </a:r>
            <a:r>
              <a:rPr sz="1800" spc="-4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333333"/>
                </a:solidFill>
                <a:latin typeface="Comic Sans MS"/>
                <a:cs typeface="Comic Sans MS"/>
              </a:rPr>
              <a:t>document</a:t>
            </a:r>
            <a:r>
              <a:rPr sz="1800" spc="-3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333333"/>
                </a:solidFill>
                <a:latin typeface="Comic Sans MS"/>
                <a:cs typeface="Comic Sans MS"/>
              </a:rPr>
              <a:t>inside</a:t>
            </a:r>
            <a:r>
              <a:rPr sz="1800" spc="-5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333333"/>
                </a:solidFill>
                <a:latin typeface="Comic Sans MS"/>
                <a:cs typeface="Comic Sans MS"/>
              </a:rPr>
              <a:t>the</a:t>
            </a:r>
            <a:r>
              <a:rPr sz="1800" spc="-5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333333"/>
                </a:solidFill>
                <a:latin typeface="Comic Sans MS"/>
                <a:cs typeface="Comic Sans MS"/>
              </a:rPr>
              <a:t>main</a:t>
            </a:r>
            <a:r>
              <a:rPr sz="1800" spc="-4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333333"/>
                </a:solidFill>
                <a:latin typeface="Comic Sans MS"/>
                <a:cs typeface="Comic Sans MS"/>
              </a:rPr>
              <a:t>browser's</a:t>
            </a:r>
            <a:r>
              <a:rPr sz="1800" spc="-5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333333"/>
                </a:solidFill>
                <a:latin typeface="Comic Sans MS"/>
                <a:cs typeface="Comic Sans MS"/>
              </a:rPr>
              <a:t>window.</a:t>
            </a:r>
            <a:r>
              <a:rPr sz="1800" spc="-3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333333"/>
                </a:solidFill>
                <a:latin typeface="Comic Sans MS"/>
                <a:cs typeface="Comic Sans MS"/>
              </a:rPr>
              <a:t>Inline</a:t>
            </a:r>
            <a:r>
              <a:rPr sz="1800" spc="-5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333333"/>
                </a:solidFill>
                <a:latin typeface="Comic Sans MS"/>
                <a:cs typeface="Comic Sans MS"/>
              </a:rPr>
              <a:t>frame</a:t>
            </a:r>
            <a:r>
              <a:rPr sz="1800" spc="-3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333333"/>
                </a:solidFill>
                <a:latin typeface="Comic Sans MS"/>
                <a:cs typeface="Comic Sans MS"/>
              </a:rPr>
              <a:t>is</a:t>
            </a:r>
            <a:r>
              <a:rPr sz="1800" spc="-5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333333"/>
                </a:solidFill>
                <a:latin typeface="Comic Sans MS"/>
                <a:cs typeface="Comic Sans MS"/>
              </a:rPr>
              <a:t>also</a:t>
            </a:r>
            <a:r>
              <a:rPr sz="1800" spc="-3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Comic Sans MS"/>
                <a:cs typeface="Comic Sans MS"/>
              </a:rPr>
              <a:t>called</a:t>
            </a:r>
            <a:endParaRPr sz="180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325"/>
              </a:spcBef>
            </a:pPr>
            <a:r>
              <a:rPr sz="1800" b="1" dirty="0">
                <a:solidFill>
                  <a:srgbClr val="333333"/>
                </a:solidFill>
                <a:latin typeface="Comic Sans MS"/>
                <a:cs typeface="Comic Sans MS"/>
              </a:rPr>
              <a:t>floating</a:t>
            </a:r>
            <a:r>
              <a:rPr sz="1800" b="1" spc="-4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800" b="1" spc="-10" dirty="0">
                <a:solidFill>
                  <a:srgbClr val="333333"/>
                </a:solidFill>
                <a:latin typeface="Comic Sans MS"/>
                <a:cs typeface="Comic Sans MS"/>
              </a:rPr>
              <a:t>frame</a:t>
            </a:r>
            <a:r>
              <a:rPr sz="1800" spc="-10" dirty="0">
                <a:solidFill>
                  <a:srgbClr val="333333"/>
                </a:solidFill>
                <a:latin typeface="Comic Sans MS"/>
                <a:cs typeface="Comic Sans MS"/>
              </a:rPr>
              <a:t>.</a:t>
            </a:r>
            <a:endParaRPr sz="18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950" dirty="0">
                <a:latin typeface="Comic Sans MS"/>
                <a:cs typeface="Comic Sans MS"/>
              </a:rPr>
              <a:t>!DOCTYPE</a:t>
            </a:r>
            <a:r>
              <a:rPr sz="1950" spc="-125" dirty="0">
                <a:latin typeface="Comic Sans MS"/>
                <a:cs typeface="Comic Sans MS"/>
              </a:rPr>
              <a:t> </a:t>
            </a:r>
            <a:r>
              <a:rPr sz="1950" spc="-10" dirty="0">
                <a:latin typeface="Comic Sans MS"/>
                <a:cs typeface="Comic Sans MS"/>
              </a:rPr>
              <a:t>html&gt;</a:t>
            </a:r>
            <a:endParaRPr sz="1950">
              <a:latin typeface="Comic Sans MS"/>
              <a:cs typeface="Comic Sans MS"/>
            </a:endParaRPr>
          </a:p>
          <a:p>
            <a:pPr marL="85725">
              <a:lnSpc>
                <a:spcPct val="100000"/>
              </a:lnSpc>
              <a:spcBef>
                <a:spcPts val="335"/>
              </a:spcBef>
            </a:pPr>
            <a:r>
              <a:rPr sz="1950" spc="-10" dirty="0">
                <a:latin typeface="Comic Sans MS"/>
                <a:cs typeface="Comic Sans MS"/>
              </a:rPr>
              <a:t>&lt;html&gt;</a:t>
            </a:r>
            <a:endParaRPr sz="19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950" spc="-10" dirty="0">
                <a:latin typeface="Comic Sans MS"/>
                <a:cs typeface="Comic Sans MS"/>
              </a:rPr>
              <a:t>&lt;head&gt;</a:t>
            </a:r>
            <a:endParaRPr sz="19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950" dirty="0">
                <a:latin typeface="Comic Sans MS"/>
                <a:cs typeface="Comic Sans MS"/>
              </a:rPr>
              <a:t>&lt;meta</a:t>
            </a:r>
            <a:r>
              <a:rPr sz="1950" spc="-75" dirty="0">
                <a:latin typeface="Comic Sans MS"/>
                <a:cs typeface="Comic Sans MS"/>
              </a:rPr>
              <a:t> </a:t>
            </a:r>
            <a:r>
              <a:rPr sz="1950" dirty="0">
                <a:latin typeface="Comic Sans MS"/>
                <a:cs typeface="Comic Sans MS"/>
              </a:rPr>
              <a:t>charset</a:t>
            </a:r>
            <a:r>
              <a:rPr sz="1950" spc="-60" dirty="0">
                <a:latin typeface="Comic Sans MS"/>
                <a:cs typeface="Comic Sans MS"/>
              </a:rPr>
              <a:t> </a:t>
            </a:r>
            <a:r>
              <a:rPr sz="1950" dirty="0">
                <a:latin typeface="Comic Sans MS"/>
                <a:cs typeface="Comic Sans MS"/>
              </a:rPr>
              <a:t>=</a:t>
            </a:r>
            <a:r>
              <a:rPr sz="1950" spc="-45" dirty="0">
                <a:latin typeface="Comic Sans MS"/>
                <a:cs typeface="Comic Sans MS"/>
              </a:rPr>
              <a:t> </a:t>
            </a:r>
            <a:r>
              <a:rPr sz="1950" spc="-25" dirty="0">
                <a:latin typeface="Comic Sans MS"/>
                <a:cs typeface="Comic Sans MS"/>
              </a:rPr>
              <a:t>"utf-8"&gt;</a:t>
            </a:r>
            <a:endParaRPr sz="19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950" spc="-10" dirty="0">
                <a:latin typeface="Comic Sans MS"/>
                <a:cs typeface="Comic Sans MS"/>
              </a:rPr>
              <a:t>&lt;title&gt;welcome&lt;/title&gt;</a:t>
            </a:r>
            <a:endParaRPr sz="19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950" spc="-10" dirty="0">
                <a:latin typeface="Comic Sans MS"/>
                <a:cs typeface="Comic Sans MS"/>
              </a:rPr>
              <a:t>&lt;/head&gt;</a:t>
            </a:r>
            <a:endParaRPr sz="19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950" spc="-10" dirty="0">
                <a:latin typeface="Comic Sans MS"/>
                <a:cs typeface="Comic Sans MS"/>
              </a:rPr>
              <a:t>&lt;body&gt;</a:t>
            </a:r>
            <a:endParaRPr sz="19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950" dirty="0">
                <a:latin typeface="Comic Sans MS"/>
                <a:cs typeface="Comic Sans MS"/>
              </a:rPr>
              <a:t>&lt;iframe</a:t>
            </a:r>
            <a:r>
              <a:rPr sz="1950" spc="-110" dirty="0">
                <a:latin typeface="Comic Sans MS"/>
                <a:cs typeface="Comic Sans MS"/>
              </a:rPr>
              <a:t> </a:t>
            </a:r>
            <a:r>
              <a:rPr sz="1950" dirty="0">
                <a:latin typeface="Comic Sans MS"/>
                <a:cs typeface="Comic Sans MS"/>
              </a:rPr>
              <a:t>src="ul.html"</a:t>
            </a:r>
            <a:r>
              <a:rPr sz="1950" spc="-65" dirty="0">
                <a:latin typeface="Comic Sans MS"/>
                <a:cs typeface="Comic Sans MS"/>
              </a:rPr>
              <a:t> </a:t>
            </a:r>
            <a:r>
              <a:rPr sz="1950" spc="-10" dirty="0">
                <a:latin typeface="Comic Sans MS"/>
                <a:cs typeface="Comic Sans MS"/>
              </a:rPr>
              <a:t>height="500"</a:t>
            </a:r>
            <a:r>
              <a:rPr sz="1950" spc="-114" dirty="0">
                <a:latin typeface="Comic Sans MS"/>
                <a:cs typeface="Comic Sans MS"/>
              </a:rPr>
              <a:t> </a:t>
            </a:r>
            <a:r>
              <a:rPr sz="1950" spc="-10" dirty="0">
                <a:latin typeface="Comic Sans MS"/>
                <a:cs typeface="Comic Sans MS"/>
              </a:rPr>
              <a:t>width="500"&gt;&lt;/iframe&gt;</a:t>
            </a:r>
            <a:endParaRPr sz="19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950" dirty="0">
                <a:latin typeface="Comic Sans MS"/>
                <a:cs typeface="Comic Sans MS"/>
              </a:rPr>
              <a:t>&lt;iframe</a:t>
            </a:r>
            <a:r>
              <a:rPr sz="1950" spc="-110" dirty="0">
                <a:latin typeface="Comic Sans MS"/>
                <a:cs typeface="Comic Sans MS"/>
              </a:rPr>
              <a:t> </a:t>
            </a:r>
            <a:r>
              <a:rPr sz="1950" dirty="0">
                <a:latin typeface="Comic Sans MS"/>
                <a:cs typeface="Comic Sans MS"/>
              </a:rPr>
              <a:t>src="ol.html"</a:t>
            </a:r>
            <a:r>
              <a:rPr sz="1950" spc="-65" dirty="0">
                <a:latin typeface="Comic Sans MS"/>
                <a:cs typeface="Comic Sans MS"/>
              </a:rPr>
              <a:t> </a:t>
            </a:r>
            <a:r>
              <a:rPr sz="1950" spc="-10" dirty="0">
                <a:latin typeface="Comic Sans MS"/>
                <a:cs typeface="Comic Sans MS"/>
              </a:rPr>
              <a:t>height="500"</a:t>
            </a:r>
            <a:r>
              <a:rPr sz="1950" spc="-114" dirty="0">
                <a:latin typeface="Comic Sans MS"/>
                <a:cs typeface="Comic Sans MS"/>
              </a:rPr>
              <a:t> </a:t>
            </a:r>
            <a:r>
              <a:rPr sz="1950" spc="-10" dirty="0">
                <a:latin typeface="Comic Sans MS"/>
                <a:cs typeface="Comic Sans MS"/>
              </a:rPr>
              <a:t>width="500"&gt;&lt;/iframe&gt;</a:t>
            </a:r>
            <a:endParaRPr sz="19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950" spc="-10" dirty="0">
                <a:latin typeface="Comic Sans MS"/>
                <a:cs typeface="Comic Sans MS"/>
              </a:rPr>
              <a:t>&lt;/body&gt;</a:t>
            </a:r>
            <a:endParaRPr sz="19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950" spc="-10" dirty="0">
                <a:latin typeface="Comic Sans MS"/>
                <a:cs typeface="Comic Sans MS"/>
              </a:rPr>
              <a:t>&lt;/html&gt;</a:t>
            </a:r>
            <a:endParaRPr sz="19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155" y="71330"/>
            <a:ext cx="11219688" cy="6786667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4967" y="302438"/>
            <a:ext cx="10036810" cy="1674495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2343150">
              <a:lnSpc>
                <a:spcPct val="100000"/>
              </a:lnSpc>
              <a:spcBef>
                <a:spcPts val="1410"/>
              </a:spcBef>
            </a:pPr>
            <a:r>
              <a:rPr sz="2500" dirty="0">
                <a:solidFill>
                  <a:srgbClr val="FF0000"/>
                </a:solidFill>
                <a:latin typeface="Comic Sans MS"/>
                <a:cs typeface="Comic Sans MS"/>
              </a:rPr>
              <a:t>Iframe</a:t>
            </a:r>
            <a:r>
              <a:rPr sz="2500" spc="8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500" dirty="0">
                <a:solidFill>
                  <a:srgbClr val="FF0000"/>
                </a:solidFill>
                <a:latin typeface="Wingdings"/>
                <a:cs typeface="Wingdings"/>
              </a:rPr>
              <a:t></a:t>
            </a:r>
            <a:r>
              <a:rPr sz="2500" dirty="0">
                <a:solidFill>
                  <a:srgbClr val="FF0000"/>
                </a:solidFill>
                <a:latin typeface="Comic Sans MS"/>
                <a:cs typeface="Comic Sans MS"/>
              </a:rPr>
              <a:t>&lt;anchor</a:t>
            </a:r>
            <a:r>
              <a:rPr sz="2500" spc="6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500" dirty="0">
                <a:solidFill>
                  <a:srgbClr val="FF0000"/>
                </a:solidFill>
                <a:latin typeface="Comic Sans MS"/>
                <a:cs typeface="Comic Sans MS"/>
              </a:rPr>
              <a:t>&gt;</a:t>
            </a:r>
            <a:r>
              <a:rPr sz="2500" spc="8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500" dirty="0">
                <a:solidFill>
                  <a:srgbClr val="FF0000"/>
                </a:solidFill>
                <a:latin typeface="Comic Sans MS"/>
                <a:cs typeface="Comic Sans MS"/>
              </a:rPr>
              <a:t>-Target</a:t>
            </a:r>
            <a:r>
              <a:rPr sz="2500" spc="7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500" dirty="0">
                <a:solidFill>
                  <a:srgbClr val="FF0000"/>
                </a:solidFill>
                <a:latin typeface="Comic Sans MS"/>
                <a:cs typeface="Comic Sans MS"/>
              </a:rPr>
              <a:t>attribute</a:t>
            </a:r>
            <a:r>
              <a:rPr sz="2500" spc="7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500" spc="-10" dirty="0">
                <a:solidFill>
                  <a:srgbClr val="FF0000"/>
                </a:solidFill>
                <a:latin typeface="Comic Sans MS"/>
                <a:cs typeface="Comic Sans MS"/>
              </a:rPr>
              <a:t>value</a:t>
            </a:r>
            <a:endParaRPr sz="25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500" dirty="0">
                <a:latin typeface="Comic Sans MS"/>
                <a:cs typeface="Comic Sans MS"/>
              </a:rPr>
              <a:t>The</a:t>
            </a:r>
            <a:r>
              <a:rPr sz="2500" spc="75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target</a:t>
            </a:r>
            <a:r>
              <a:rPr sz="2500" spc="80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attribute</a:t>
            </a:r>
            <a:r>
              <a:rPr sz="2500" spc="70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specifies</a:t>
            </a:r>
            <a:r>
              <a:rPr sz="2500" spc="85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where</a:t>
            </a:r>
            <a:r>
              <a:rPr sz="2500" spc="65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to</a:t>
            </a:r>
            <a:r>
              <a:rPr sz="2500" spc="85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open</a:t>
            </a:r>
            <a:r>
              <a:rPr sz="2500" spc="70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the</a:t>
            </a:r>
            <a:r>
              <a:rPr sz="2500" spc="75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linked</a:t>
            </a:r>
            <a:r>
              <a:rPr sz="2500" spc="80" dirty="0">
                <a:latin typeface="Comic Sans MS"/>
                <a:cs typeface="Comic Sans MS"/>
              </a:rPr>
              <a:t> </a:t>
            </a:r>
            <a:r>
              <a:rPr sz="2500" spc="-10" dirty="0">
                <a:latin typeface="Comic Sans MS"/>
                <a:cs typeface="Comic Sans MS"/>
              </a:rPr>
              <a:t>document.</a:t>
            </a:r>
            <a:endParaRPr sz="25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2500" dirty="0">
                <a:latin typeface="Comic Sans MS"/>
                <a:cs typeface="Comic Sans MS"/>
              </a:rPr>
              <a:t>Example</a:t>
            </a:r>
            <a:r>
              <a:rPr sz="2500" spc="110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:&lt;a</a:t>
            </a:r>
            <a:r>
              <a:rPr sz="2500" spc="125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href=“college.html”</a:t>
            </a:r>
            <a:r>
              <a:rPr sz="2500" spc="120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target=“_blank”</a:t>
            </a:r>
            <a:r>
              <a:rPr sz="2500" spc="130" dirty="0">
                <a:latin typeface="Comic Sans MS"/>
                <a:cs typeface="Comic Sans MS"/>
              </a:rPr>
              <a:t> </a:t>
            </a:r>
            <a:r>
              <a:rPr sz="2500" dirty="0">
                <a:latin typeface="Comic Sans MS"/>
                <a:cs typeface="Comic Sans MS"/>
              </a:rPr>
              <a:t>&gt;</a:t>
            </a:r>
            <a:r>
              <a:rPr sz="2500" spc="114" dirty="0">
                <a:latin typeface="Comic Sans MS"/>
                <a:cs typeface="Comic Sans MS"/>
              </a:rPr>
              <a:t> </a:t>
            </a:r>
            <a:r>
              <a:rPr sz="2500" spc="-10" dirty="0">
                <a:latin typeface="Comic Sans MS"/>
                <a:cs typeface="Comic Sans MS"/>
              </a:rPr>
              <a:t>mycollege&lt;/a&gt;</a:t>
            </a:r>
            <a:endParaRPr sz="2500">
              <a:latin typeface="Comic Sans MS"/>
              <a:cs typeface="Comic Sans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067" y="2697567"/>
            <a:ext cx="10811557" cy="4023122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398" y="522223"/>
            <a:ext cx="4105275" cy="5787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mic Sans MS"/>
                <a:cs typeface="Comic Sans MS"/>
              </a:rPr>
              <a:t>Frame.html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omic Sans MS"/>
                <a:cs typeface="Comic Sans MS"/>
              </a:rPr>
              <a:t>&lt;!DOCTYPE</a:t>
            </a:r>
            <a:r>
              <a:rPr sz="1800" spc="-65" dirty="0">
                <a:latin typeface="Comic Sans MS"/>
                <a:cs typeface="Comic Sans MS"/>
              </a:rPr>
              <a:t> </a:t>
            </a:r>
            <a:r>
              <a:rPr sz="1800" spc="-20" dirty="0">
                <a:latin typeface="Comic Sans MS"/>
                <a:cs typeface="Comic Sans MS"/>
              </a:rPr>
              <a:t>html&gt;</a:t>
            </a:r>
            <a:endParaRPr sz="1800">
              <a:latin typeface="Comic Sans MS"/>
              <a:cs typeface="Comic Sans MS"/>
            </a:endParaRPr>
          </a:p>
          <a:p>
            <a:pPr marL="80645">
              <a:lnSpc>
                <a:spcPct val="100000"/>
              </a:lnSpc>
              <a:spcBef>
                <a:spcPts val="2160"/>
              </a:spcBef>
            </a:pPr>
            <a:r>
              <a:rPr sz="1800" spc="-10" dirty="0">
                <a:latin typeface="Comic Sans MS"/>
                <a:cs typeface="Comic Sans MS"/>
              </a:rPr>
              <a:t>&lt;html&gt;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spc="-10" dirty="0">
                <a:latin typeface="Comic Sans MS"/>
                <a:cs typeface="Comic Sans MS"/>
              </a:rPr>
              <a:t>&lt;head&gt;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omic Sans MS"/>
                <a:cs typeface="Comic Sans MS"/>
              </a:rPr>
              <a:t>&lt;meta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charset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=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"utf-</a:t>
            </a:r>
            <a:r>
              <a:rPr sz="1800" spc="-25" dirty="0">
                <a:latin typeface="Comic Sans MS"/>
                <a:cs typeface="Comic Sans MS"/>
              </a:rPr>
              <a:t>8"&gt;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sz="1800" spc="-10" dirty="0">
                <a:latin typeface="Comic Sans MS"/>
                <a:cs typeface="Comic Sans MS"/>
              </a:rPr>
              <a:t>&lt;/head&gt;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spc="-10" dirty="0">
                <a:latin typeface="Comic Sans MS"/>
                <a:cs typeface="Comic Sans MS"/>
              </a:rPr>
              <a:t>&lt;body&gt;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&lt;iframe</a:t>
            </a:r>
            <a:r>
              <a:rPr sz="1800" spc="-5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src="home.html"</a:t>
            </a:r>
            <a:r>
              <a:rPr sz="1800" spc="-9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mic Sans MS"/>
                <a:cs typeface="Comic Sans MS"/>
              </a:rPr>
              <a:t>height="500“</a:t>
            </a:r>
            <a:endParaRPr sz="1800">
              <a:latin typeface="Comic Sans MS"/>
              <a:cs typeface="Comic Sans MS"/>
            </a:endParaRPr>
          </a:p>
          <a:p>
            <a:pPr marL="80645">
              <a:lnSpc>
                <a:spcPct val="100000"/>
              </a:lnSpc>
              <a:spcBef>
                <a:spcPts val="2160"/>
              </a:spcBef>
            </a:pPr>
            <a:r>
              <a:rPr sz="1800" spc="-10" dirty="0">
                <a:solidFill>
                  <a:srgbClr val="FF0000"/>
                </a:solidFill>
                <a:latin typeface="Comic Sans MS"/>
                <a:cs typeface="Comic Sans MS"/>
              </a:rPr>
              <a:t>width="500"&gt;&lt;/iframe&gt;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spc="-10" dirty="0">
                <a:latin typeface="Comic Sans MS"/>
                <a:cs typeface="Comic Sans MS"/>
              </a:rPr>
              <a:t>&lt;/body&gt;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sz="1800" spc="-10" dirty="0">
                <a:latin typeface="Comic Sans MS"/>
                <a:cs typeface="Comic Sans MS"/>
              </a:rPr>
              <a:t>&lt;/html&gt;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41721" y="336550"/>
            <a:ext cx="1164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mic Sans MS"/>
                <a:cs typeface="Comic Sans MS"/>
              </a:rPr>
              <a:t>home.html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1721" y="885571"/>
            <a:ext cx="6871334" cy="5238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mic Sans MS"/>
                <a:cs typeface="Comic Sans MS"/>
              </a:rPr>
              <a:t>&lt;!DOCTYPE</a:t>
            </a:r>
            <a:r>
              <a:rPr sz="1800" spc="-65" dirty="0">
                <a:latin typeface="Comic Sans MS"/>
                <a:cs typeface="Comic Sans MS"/>
              </a:rPr>
              <a:t> </a:t>
            </a:r>
            <a:r>
              <a:rPr sz="1800" spc="-20" dirty="0">
                <a:latin typeface="Comic Sans MS"/>
                <a:cs typeface="Comic Sans MS"/>
              </a:rPr>
              <a:t>html&gt;</a:t>
            </a:r>
            <a:endParaRPr sz="1800">
              <a:latin typeface="Comic Sans MS"/>
              <a:cs typeface="Comic Sans MS"/>
            </a:endParaRPr>
          </a:p>
          <a:p>
            <a:pPr marL="80645">
              <a:lnSpc>
                <a:spcPct val="100000"/>
              </a:lnSpc>
              <a:spcBef>
                <a:spcPts val="2160"/>
              </a:spcBef>
            </a:pPr>
            <a:r>
              <a:rPr sz="1800" spc="-10" dirty="0">
                <a:latin typeface="Comic Sans MS"/>
                <a:cs typeface="Comic Sans MS"/>
              </a:rPr>
              <a:t>&lt;html&gt;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spc="-10" dirty="0">
                <a:latin typeface="Comic Sans MS"/>
                <a:cs typeface="Comic Sans MS"/>
              </a:rPr>
              <a:t>&lt;head&gt;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omic Sans MS"/>
                <a:cs typeface="Comic Sans MS"/>
              </a:rPr>
              <a:t>&lt;meta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charset</a:t>
            </a:r>
            <a:r>
              <a:rPr sz="1800" spc="-4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=</a:t>
            </a:r>
            <a:r>
              <a:rPr sz="1800" spc="-50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"utf-</a:t>
            </a:r>
            <a:r>
              <a:rPr sz="1800" spc="-25" dirty="0">
                <a:latin typeface="Comic Sans MS"/>
                <a:cs typeface="Comic Sans MS"/>
              </a:rPr>
              <a:t>8"&gt;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spc="-10" dirty="0">
                <a:latin typeface="Comic Sans MS"/>
                <a:cs typeface="Comic Sans MS"/>
              </a:rPr>
              <a:t>&lt;/head&gt;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spc="-10" dirty="0">
                <a:latin typeface="Comic Sans MS"/>
                <a:cs typeface="Comic Sans MS"/>
              </a:rPr>
              <a:t>&lt;body&gt;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sz="1800" dirty="0">
                <a:latin typeface="Comic Sans MS"/>
                <a:cs typeface="Comic Sans MS"/>
              </a:rPr>
              <a:t>&lt;h1&gt;</a:t>
            </a:r>
            <a:r>
              <a:rPr sz="1800" spc="-5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home</a:t>
            </a:r>
            <a:r>
              <a:rPr sz="1800" spc="-5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page</a:t>
            </a:r>
            <a:r>
              <a:rPr sz="1800" spc="-5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(Parent</a:t>
            </a:r>
            <a:r>
              <a:rPr sz="1800" spc="-4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frame)</a:t>
            </a:r>
            <a:r>
              <a:rPr sz="1800" spc="-55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&lt;/h1&gt;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&lt;iframe</a:t>
            </a:r>
            <a:r>
              <a:rPr sz="1800" spc="-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mic Sans MS"/>
                <a:cs typeface="Comic Sans MS"/>
              </a:rPr>
              <a:t>src="product.html"</a:t>
            </a:r>
            <a:r>
              <a:rPr sz="1800" spc="-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height="500"</a:t>
            </a:r>
            <a:r>
              <a:rPr sz="1800" spc="-6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mic Sans MS"/>
                <a:cs typeface="Comic Sans MS"/>
              </a:rPr>
              <a:t>width="500"&gt;&lt;/iframe&gt;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spc="-10" dirty="0">
                <a:latin typeface="Comic Sans MS"/>
                <a:cs typeface="Comic Sans MS"/>
              </a:rPr>
              <a:t>&lt;/body&gt;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spc="-10" dirty="0">
                <a:latin typeface="Comic Sans MS"/>
                <a:cs typeface="Comic Sans MS"/>
              </a:rPr>
              <a:t>&lt;/html&gt;</a:t>
            </a:r>
            <a:endParaRPr sz="1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887" y="344576"/>
            <a:ext cx="7485380" cy="569277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200" b="1" spc="-10" dirty="0">
                <a:latin typeface="Comic Sans MS"/>
                <a:cs typeface="Comic Sans MS"/>
              </a:rPr>
              <a:t>Product.html</a:t>
            </a:r>
            <a:endParaRPr sz="2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latin typeface="Comic Sans MS"/>
                <a:cs typeface="Comic Sans MS"/>
              </a:rPr>
              <a:t>&lt;!DOCTYPE</a:t>
            </a:r>
            <a:r>
              <a:rPr sz="2200" spc="-90" dirty="0">
                <a:latin typeface="Comic Sans MS"/>
                <a:cs typeface="Comic Sans MS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html&gt;</a:t>
            </a:r>
            <a:endParaRPr sz="2200">
              <a:latin typeface="Comic Sans MS"/>
              <a:cs typeface="Comic Sans MS"/>
            </a:endParaRPr>
          </a:p>
          <a:p>
            <a:pPr marL="96520">
              <a:lnSpc>
                <a:spcPct val="100000"/>
              </a:lnSpc>
              <a:spcBef>
                <a:spcPts val="790"/>
              </a:spcBef>
            </a:pPr>
            <a:r>
              <a:rPr sz="2200" spc="-10" dirty="0">
                <a:latin typeface="Comic Sans MS"/>
                <a:cs typeface="Comic Sans MS"/>
              </a:rPr>
              <a:t>&lt;html&gt;</a:t>
            </a:r>
            <a:endParaRPr sz="2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200" spc="-10" dirty="0">
                <a:latin typeface="Comic Sans MS"/>
                <a:cs typeface="Comic Sans MS"/>
              </a:rPr>
              <a:t>&lt;head&gt;</a:t>
            </a:r>
            <a:endParaRPr sz="2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200" dirty="0">
                <a:latin typeface="Comic Sans MS"/>
                <a:cs typeface="Comic Sans MS"/>
              </a:rPr>
              <a:t>&lt;meta</a:t>
            </a:r>
            <a:r>
              <a:rPr sz="2200" spc="-5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charset</a:t>
            </a:r>
            <a:r>
              <a:rPr sz="2200" spc="-5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=</a:t>
            </a:r>
            <a:r>
              <a:rPr sz="2200" spc="-55" dirty="0">
                <a:latin typeface="Comic Sans MS"/>
                <a:cs typeface="Comic Sans MS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"utf-</a:t>
            </a:r>
            <a:r>
              <a:rPr sz="2200" spc="-25" dirty="0">
                <a:latin typeface="Comic Sans MS"/>
                <a:cs typeface="Comic Sans MS"/>
              </a:rPr>
              <a:t>8"&gt;</a:t>
            </a:r>
            <a:endParaRPr sz="2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200" spc="-10" dirty="0">
                <a:latin typeface="Comic Sans MS"/>
                <a:cs typeface="Comic Sans MS"/>
              </a:rPr>
              <a:t>&lt;title&gt;welcome&lt;/title&gt;</a:t>
            </a:r>
            <a:endParaRPr sz="2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200" spc="-10" dirty="0">
                <a:latin typeface="Comic Sans MS"/>
                <a:cs typeface="Comic Sans MS"/>
              </a:rPr>
              <a:t>&lt;/head&gt;</a:t>
            </a:r>
            <a:endParaRPr sz="2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200" spc="-10" dirty="0">
                <a:latin typeface="Comic Sans MS"/>
                <a:cs typeface="Comic Sans MS"/>
              </a:rPr>
              <a:t>&lt;body&gt;</a:t>
            </a:r>
            <a:endParaRPr sz="2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200" dirty="0">
                <a:latin typeface="Comic Sans MS"/>
                <a:cs typeface="Comic Sans MS"/>
              </a:rPr>
              <a:t>&lt;h1&gt;</a:t>
            </a:r>
            <a:r>
              <a:rPr sz="2200" spc="-7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Product</a:t>
            </a:r>
            <a:r>
              <a:rPr sz="2200" spc="-4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page(Child</a:t>
            </a:r>
            <a:r>
              <a:rPr sz="2200" spc="-7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Frame)</a:t>
            </a:r>
            <a:r>
              <a:rPr sz="2200" spc="-70" dirty="0">
                <a:latin typeface="Comic Sans MS"/>
                <a:cs typeface="Comic Sans MS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&lt;/h1&gt;</a:t>
            </a:r>
            <a:endParaRPr sz="2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latin typeface="Comic Sans MS"/>
                <a:cs typeface="Comic Sans MS"/>
              </a:rPr>
              <a:t>&lt;a</a:t>
            </a:r>
            <a:r>
              <a:rPr sz="2200" spc="-70" dirty="0">
                <a:latin typeface="Comic Sans MS"/>
                <a:cs typeface="Comic Sans MS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href="mail.html"</a:t>
            </a:r>
            <a:r>
              <a:rPr sz="2200" spc="-30" dirty="0"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target="_parent"&gt;</a:t>
            </a:r>
            <a:r>
              <a:rPr sz="2200" dirty="0">
                <a:latin typeface="Comic Sans MS"/>
                <a:cs typeface="Comic Sans MS"/>
              </a:rPr>
              <a:t>Visit</a:t>
            </a:r>
            <a:r>
              <a:rPr sz="2200" spc="-4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Mail</a:t>
            </a:r>
            <a:r>
              <a:rPr sz="2200" spc="-65" dirty="0">
                <a:latin typeface="Comic Sans MS"/>
                <a:cs typeface="Comic Sans MS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Page!!&lt;/a&gt;</a:t>
            </a:r>
            <a:endParaRPr sz="2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latin typeface="Comic Sans MS"/>
                <a:cs typeface="Comic Sans MS"/>
              </a:rPr>
              <a:t>&lt;a</a:t>
            </a:r>
            <a:r>
              <a:rPr sz="2200" spc="-30" dirty="0">
                <a:latin typeface="Comic Sans MS"/>
                <a:cs typeface="Comic Sans MS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href="mail.html"</a:t>
            </a:r>
            <a:r>
              <a:rPr sz="2200" spc="15" dirty="0">
                <a:latin typeface="Comic Sans MS"/>
                <a:cs typeface="Comic Sans MS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omic Sans MS"/>
                <a:cs typeface="Comic Sans MS"/>
              </a:rPr>
              <a:t>target="_top"&gt;</a:t>
            </a:r>
            <a:r>
              <a:rPr sz="2200" spc="-10" dirty="0">
                <a:latin typeface="Comic Sans MS"/>
                <a:cs typeface="Comic Sans MS"/>
              </a:rPr>
              <a:t>Visit</a:t>
            </a:r>
            <a:r>
              <a:rPr sz="2200" spc="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Mail</a:t>
            </a:r>
            <a:r>
              <a:rPr sz="2200" spc="-50" dirty="0">
                <a:latin typeface="Comic Sans MS"/>
                <a:cs typeface="Comic Sans MS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Page!!&lt;/a&gt;</a:t>
            </a:r>
            <a:endParaRPr sz="2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200" spc="-10" dirty="0">
                <a:latin typeface="Comic Sans MS"/>
                <a:cs typeface="Comic Sans MS"/>
              </a:rPr>
              <a:t>&lt;/body&gt;</a:t>
            </a:r>
            <a:endParaRPr sz="2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200" spc="-10" dirty="0">
                <a:latin typeface="Comic Sans MS"/>
                <a:cs typeface="Comic Sans MS"/>
              </a:rPr>
              <a:t>&lt;/html&gt;</a:t>
            </a:r>
            <a:endParaRPr sz="22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368" y="712597"/>
            <a:ext cx="4800600" cy="583545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041124" y="94430"/>
            <a:ext cx="3543935" cy="2853055"/>
            <a:chOff x="6041124" y="94430"/>
            <a:chExt cx="3543935" cy="285305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41124" y="94430"/>
              <a:ext cx="3543323" cy="285301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00" y="140207"/>
              <a:ext cx="3383279" cy="27020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076950" y="121157"/>
              <a:ext cx="3421379" cy="2740660"/>
            </a:xfrm>
            <a:custGeom>
              <a:avLst/>
              <a:gdLst/>
              <a:ahLst/>
              <a:cxnLst/>
              <a:rect l="l" t="t" r="r" b="b"/>
              <a:pathLst>
                <a:path w="3421379" h="2740660">
                  <a:moveTo>
                    <a:pt x="0" y="2740152"/>
                  </a:moveTo>
                  <a:lnTo>
                    <a:pt x="3421379" y="2740152"/>
                  </a:lnTo>
                  <a:lnTo>
                    <a:pt x="3421379" y="0"/>
                  </a:lnTo>
                  <a:lnTo>
                    <a:pt x="0" y="0"/>
                  </a:lnTo>
                  <a:lnTo>
                    <a:pt x="0" y="274015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6088361" y="3602676"/>
            <a:ext cx="4544695" cy="2286635"/>
            <a:chOff x="6088361" y="3602676"/>
            <a:chExt cx="4544695" cy="2286635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88361" y="3602676"/>
              <a:ext cx="4544604" cy="228610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43243" y="3648455"/>
              <a:ext cx="4384548" cy="213512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124193" y="3629405"/>
              <a:ext cx="4422775" cy="2173605"/>
            </a:xfrm>
            <a:custGeom>
              <a:avLst/>
              <a:gdLst/>
              <a:ahLst/>
              <a:cxnLst/>
              <a:rect l="l" t="t" r="r" b="b"/>
              <a:pathLst>
                <a:path w="4422775" h="2173604">
                  <a:moveTo>
                    <a:pt x="0" y="2173224"/>
                  </a:moveTo>
                  <a:lnTo>
                    <a:pt x="4422648" y="2173224"/>
                  </a:lnTo>
                  <a:lnTo>
                    <a:pt x="4422648" y="0"/>
                  </a:lnTo>
                  <a:lnTo>
                    <a:pt x="0" y="0"/>
                  </a:lnTo>
                  <a:lnTo>
                    <a:pt x="0" y="217322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887" y="99161"/>
            <a:ext cx="9811385" cy="5574030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2600" dirty="0">
                <a:solidFill>
                  <a:srgbClr val="FF0000"/>
                </a:solidFill>
                <a:latin typeface="Comic Sans MS"/>
                <a:cs typeface="Comic Sans MS"/>
              </a:rPr>
              <a:t>Target=“name</a:t>
            </a:r>
            <a:r>
              <a:rPr sz="2600" spc="-5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omic Sans MS"/>
                <a:cs typeface="Comic Sans MS"/>
              </a:rPr>
              <a:t>attribute”</a:t>
            </a:r>
            <a:endParaRPr sz="26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2600" dirty="0">
                <a:latin typeface="Comic Sans MS"/>
                <a:cs typeface="Comic Sans MS"/>
              </a:rPr>
              <a:t>&lt;!DOCTYPE</a:t>
            </a:r>
            <a:r>
              <a:rPr sz="2600" spc="-80" dirty="0">
                <a:latin typeface="Comic Sans MS"/>
                <a:cs typeface="Comic Sans MS"/>
              </a:rPr>
              <a:t> </a:t>
            </a:r>
            <a:r>
              <a:rPr sz="2600" spc="-10" dirty="0">
                <a:latin typeface="Comic Sans MS"/>
                <a:cs typeface="Comic Sans MS"/>
              </a:rPr>
              <a:t>html&gt;</a:t>
            </a:r>
            <a:endParaRPr sz="26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600" spc="-10" dirty="0">
                <a:latin typeface="Comic Sans MS"/>
                <a:cs typeface="Comic Sans MS"/>
              </a:rPr>
              <a:t>&lt;html&gt;</a:t>
            </a:r>
            <a:endParaRPr sz="26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2600" spc="-10" dirty="0">
                <a:latin typeface="Comic Sans MS"/>
                <a:cs typeface="Comic Sans MS"/>
              </a:rPr>
              <a:t>&lt;body&gt;</a:t>
            </a:r>
            <a:endParaRPr sz="26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2600" dirty="0">
                <a:latin typeface="Comic Sans MS"/>
                <a:cs typeface="Comic Sans MS"/>
              </a:rPr>
              <a:t>&lt;h1&gt;The</a:t>
            </a:r>
            <a:r>
              <a:rPr sz="2600" spc="-40" dirty="0">
                <a:latin typeface="Comic Sans MS"/>
                <a:cs typeface="Comic Sans MS"/>
              </a:rPr>
              <a:t> </a:t>
            </a:r>
            <a:r>
              <a:rPr sz="2600" dirty="0">
                <a:latin typeface="Comic Sans MS"/>
                <a:cs typeface="Comic Sans MS"/>
              </a:rPr>
              <a:t>iframe</a:t>
            </a:r>
            <a:r>
              <a:rPr sz="2600" spc="-20" dirty="0">
                <a:latin typeface="Comic Sans MS"/>
                <a:cs typeface="Comic Sans MS"/>
              </a:rPr>
              <a:t> </a:t>
            </a:r>
            <a:r>
              <a:rPr sz="2600" dirty="0">
                <a:latin typeface="Comic Sans MS"/>
                <a:cs typeface="Comic Sans MS"/>
              </a:rPr>
              <a:t>name</a:t>
            </a:r>
            <a:r>
              <a:rPr sz="2600" spc="-15" dirty="0">
                <a:latin typeface="Comic Sans MS"/>
                <a:cs typeface="Comic Sans MS"/>
              </a:rPr>
              <a:t> </a:t>
            </a:r>
            <a:r>
              <a:rPr sz="2600" spc="-10" dirty="0">
                <a:latin typeface="Comic Sans MS"/>
                <a:cs typeface="Comic Sans MS"/>
              </a:rPr>
              <a:t>attribute&lt;/h1&gt;</a:t>
            </a:r>
            <a:endParaRPr sz="26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2600" dirty="0">
                <a:latin typeface="Comic Sans MS"/>
                <a:cs typeface="Comic Sans MS"/>
              </a:rPr>
              <a:t>&lt;iframe</a:t>
            </a:r>
            <a:r>
              <a:rPr sz="2600" spc="-75" dirty="0">
                <a:latin typeface="Comic Sans MS"/>
                <a:cs typeface="Comic Sans MS"/>
              </a:rPr>
              <a:t> </a:t>
            </a:r>
            <a:r>
              <a:rPr sz="2600" dirty="0">
                <a:latin typeface="Comic Sans MS"/>
                <a:cs typeface="Comic Sans MS"/>
              </a:rPr>
              <a:t>src="home.html"</a:t>
            </a:r>
            <a:r>
              <a:rPr sz="2600" spc="-60" dirty="0">
                <a:latin typeface="Comic Sans MS"/>
                <a:cs typeface="Comic Sans MS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omic Sans MS"/>
                <a:cs typeface="Comic Sans MS"/>
              </a:rPr>
              <a:t>name="iframe_a"</a:t>
            </a:r>
            <a:r>
              <a:rPr sz="2600" spc="-10" dirty="0">
                <a:latin typeface="Comic Sans MS"/>
                <a:cs typeface="Comic Sans MS"/>
              </a:rPr>
              <a:t>&gt;&lt;/iframe&gt;&lt;br&gt;</a:t>
            </a:r>
            <a:endParaRPr sz="2600">
              <a:latin typeface="Comic Sans MS"/>
              <a:cs typeface="Comic Sans MS"/>
            </a:endParaRPr>
          </a:p>
          <a:p>
            <a:pPr marL="12700" marR="5080">
              <a:lnSpc>
                <a:spcPct val="140000"/>
              </a:lnSpc>
            </a:pPr>
            <a:r>
              <a:rPr sz="2600" dirty="0">
                <a:latin typeface="Comic Sans MS"/>
                <a:cs typeface="Comic Sans MS"/>
              </a:rPr>
              <a:t>&lt;a</a:t>
            </a:r>
            <a:r>
              <a:rPr sz="2600" spc="-55" dirty="0">
                <a:latin typeface="Comic Sans MS"/>
                <a:cs typeface="Comic Sans MS"/>
              </a:rPr>
              <a:t> </a:t>
            </a:r>
            <a:r>
              <a:rPr sz="2600" dirty="0">
                <a:latin typeface="Comic Sans MS"/>
                <a:cs typeface="Comic Sans MS"/>
              </a:rPr>
              <a:t>href="product.html"</a:t>
            </a:r>
            <a:r>
              <a:rPr sz="2600" spc="-50" dirty="0">
                <a:latin typeface="Comic Sans MS"/>
                <a:cs typeface="Comic Sans MS"/>
              </a:rPr>
              <a:t> </a:t>
            </a:r>
            <a:r>
              <a:rPr sz="2600" dirty="0">
                <a:solidFill>
                  <a:srgbClr val="FF0000"/>
                </a:solidFill>
                <a:latin typeface="Comic Sans MS"/>
                <a:cs typeface="Comic Sans MS"/>
              </a:rPr>
              <a:t>target="iframe_a"</a:t>
            </a:r>
            <a:r>
              <a:rPr sz="2600" dirty="0">
                <a:latin typeface="Comic Sans MS"/>
                <a:cs typeface="Comic Sans MS"/>
              </a:rPr>
              <a:t>&gt;Click</a:t>
            </a:r>
            <a:r>
              <a:rPr sz="2600" spc="-85" dirty="0">
                <a:latin typeface="Comic Sans MS"/>
                <a:cs typeface="Comic Sans MS"/>
              </a:rPr>
              <a:t> </a:t>
            </a:r>
            <a:r>
              <a:rPr sz="2600" dirty="0">
                <a:latin typeface="Comic Sans MS"/>
                <a:cs typeface="Comic Sans MS"/>
              </a:rPr>
              <a:t>to</a:t>
            </a:r>
            <a:r>
              <a:rPr sz="2600" spc="-30" dirty="0">
                <a:latin typeface="Comic Sans MS"/>
                <a:cs typeface="Comic Sans MS"/>
              </a:rPr>
              <a:t> </a:t>
            </a:r>
            <a:r>
              <a:rPr sz="2600" dirty="0">
                <a:latin typeface="Comic Sans MS"/>
                <a:cs typeface="Comic Sans MS"/>
              </a:rPr>
              <a:t>view</a:t>
            </a:r>
            <a:r>
              <a:rPr sz="2600" spc="-60" dirty="0">
                <a:latin typeface="Comic Sans MS"/>
                <a:cs typeface="Comic Sans MS"/>
              </a:rPr>
              <a:t> </a:t>
            </a:r>
            <a:r>
              <a:rPr sz="2600" spc="-10" dirty="0">
                <a:latin typeface="Comic Sans MS"/>
                <a:cs typeface="Comic Sans MS"/>
              </a:rPr>
              <a:t>Product Page&lt;/a&gt;</a:t>
            </a:r>
            <a:endParaRPr sz="26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2600" spc="-10" dirty="0">
                <a:latin typeface="Comic Sans MS"/>
                <a:cs typeface="Comic Sans MS"/>
              </a:rPr>
              <a:t>&lt;/body&gt;</a:t>
            </a:r>
            <a:endParaRPr sz="26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2600" spc="-10" dirty="0">
                <a:latin typeface="Comic Sans MS"/>
                <a:cs typeface="Comic Sans MS"/>
              </a:rPr>
              <a:t>&lt;/html&gt;</a:t>
            </a:r>
            <a:endParaRPr sz="26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5998" y="644651"/>
            <a:ext cx="11235055" cy="4419600"/>
            <a:chOff x="545998" y="644651"/>
            <a:chExt cx="11235055" cy="4419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5998" y="829198"/>
              <a:ext cx="5565851" cy="409852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5999" y="644651"/>
              <a:ext cx="5684520" cy="4419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8392" y="310718"/>
            <a:ext cx="28562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Comic Sans MS"/>
                <a:cs typeface="Comic Sans MS"/>
              </a:rPr>
              <a:t>Media</a:t>
            </a:r>
            <a:r>
              <a:rPr sz="4000" b="1" spc="-100" dirty="0">
                <a:latin typeface="Comic Sans MS"/>
                <a:cs typeface="Comic Sans MS"/>
              </a:rPr>
              <a:t> </a:t>
            </a:r>
            <a:r>
              <a:rPr sz="4000" b="1" spc="-20" dirty="0">
                <a:latin typeface="Comic Sans MS"/>
                <a:cs typeface="Comic Sans MS"/>
              </a:rPr>
              <a:t>Tags</a:t>
            </a:r>
            <a:endParaRPr sz="40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4967" y="1073155"/>
            <a:ext cx="11141710" cy="4688205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621665" indent="-431165">
              <a:lnSpc>
                <a:spcPct val="100000"/>
              </a:lnSpc>
              <a:spcBef>
                <a:spcPts val="1775"/>
              </a:spcBef>
              <a:buSzPct val="53571"/>
              <a:buChar char="●"/>
              <a:tabLst>
                <a:tab pos="621665" algn="l"/>
                <a:tab pos="2086610" algn="l"/>
                <a:tab pos="4102735" algn="l"/>
                <a:tab pos="4542155" algn="l"/>
                <a:tab pos="5569585" algn="l"/>
                <a:tab pos="6996430" algn="l"/>
                <a:tab pos="8183245" algn="l"/>
                <a:tab pos="9719945" algn="l"/>
                <a:tab pos="10655300" algn="l"/>
              </a:tabLst>
            </a:pPr>
            <a:r>
              <a:rPr sz="2800" spc="-10" dirty="0">
                <a:latin typeface="Comic Sans MS"/>
                <a:cs typeface="Comic Sans MS"/>
              </a:rPr>
              <a:t>HTML5</a:t>
            </a:r>
            <a:r>
              <a:rPr sz="2800" dirty="0">
                <a:latin typeface="Comic Sans MS"/>
                <a:cs typeface="Comic Sans MS"/>
              </a:rPr>
              <a:t>	</a:t>
            </a:r>
            <a:r>
              <a:rPr sz="2800" spc="-10" dirty="0">
                <a:latin typeface="Comic Sans MS"/>
                <a:cs typeface="Comic Sans MS"/>
              </a:rPr>
              <a:t>introduced</a:t>
            </a:r>
            <a:r>
              <a:rPr sz="2800" dirty="0">
                <a:latin typeface="Comic Sans MS"/>
                <a:cs typeface="Comic Sans MS"/>
              </a:rPr>
              <a:t>	</a:t>
            </a:r>
            <a:r>
              <a:rPr sz="2800" spc="-50" dirty="0">
                <a:latin typeface="Comic Sans MS"/>
                <a:cs typeface="Comic Sans MS"/>
              </a:rPr>
              <a:t>5</a:t>
            </a:r>
            <a:r>
              <a:rPr sz="2800" dirty="0">
                <a:latin typeface="Comic Sans MS"/>
                <a:cs typeface="Comic Sans MS"/>
              </a:rPr>
              <a:t>	</a:t>
            </a:r>
            <a:r>
              <a:rPr sz="2800" spc="-20" dirty="0">
                <a:latin typeface="Comic Sans MS"/>
                <a:cs typeface="Comic Sans MS"/>
              </a:rPr>
              <a:t>most</a:t>
            </a:r>
            <a:r>
              <a:rPr sz="2800" dirty="0">
                <a:latin typeface="Comic Sans MS"/>
                <a:cs typeface="Comic Sans MS"/>
              </a:rPr>
              <a:t>	</a:t>
            </a:r>
            <a:r>
              <a:rPr sz="2800" spc="-10" dirty="0">
                <a:latin typeface="Comic Sans MS"/>
                <a:cs typeface="Comic Sans MS"/>
              </a:rPr>
              <a:t>popular</a:t>
            </a:r>
            <a:r>
              <a:rPr sz="2800" dirty="0">
                <a:latin typeface="Comic Sans MS"/>
                <a:cs typeface="Comic Sans MS"/>
              </a:rPr>
              <a:t>	</a:t>
            </a:r>
            <a:r>
              <a:rPr sz="2800" spc="-10" dirty="0">
                <a:latin typeface="Comic Sans MS"/>
                <a:cs typeface="Comic Sans MS"/>
              </a:rPr>
              <a:t>media</a:t>
            </a:r>
            <a:r>
              <a:rPr sz="2800" dirty="0">
                <a:latin typeface="Comic Sans MS"/>
                <a:cs typeface="Comic Sans MS"/>
              </a:rPr>
              <a:t>	</a:t>
            </a:r>
            <a:r>
              <a:rPr sz="2800" spc="-10" dirty="0">
                <a:latin typeface="Comic Sans MS"/>
                <a:cs typeface="Comic Sans MS"/>
              </a:rPr>
              <a:t>element</a:t>
            </a:r>
            <a:r>
              <a:rPr sz="2800" dirty="0">
                <a:latin typeface="Comic Sans MS"/>
                <a:cs typeface="Comic Sans MS"/>
              </a:rPr>
              <a:t>	</a:t>
            </a:r>
            <a:r>
              <a:rPr sz="2800" spc="-20" dirty="0">
                <a:latin typeface="Comic Sans MS"/>
                <a:cs typeface="Comic Sans MS"/>
              </a:rPr>
              <a:t>tags</a:t>
            </a:r>
            <a:r>
              <a:rPr sz="2800" dirty="0">
                <a:latin typeface="Comic Sans MS"/>
                <a:cs typeface="Comic Sans MS"/>
              </a:rPr>
              <a:t>	</a:t>
            </a:r>
            <a:r>
              <a:rPr sz="2800" spc="-20" dirty="0">
                <a:latin typeface="Comic Sans MS"/>
                <a:cs typeface="Comic Sans MS"/>
              </a:rPr>
              <a:t>i.e.</a:t>
            </a:r>
            <a:endParaRPr sz="2800">
              <a:latin typeface="Comic Sans MS"/>
              <a:cs typeface="Comic Sans MS"/>
            </a:endParaRPr>
          </a:p>
          <a:p>
            <a:pPr marL="622300" marR="5080">
              <a:lnSpc>
                <a:spcPts val="5040"/>
              </a:lnSpc>
              <a:spcBef>
                <a:spcPts val="450"/>
              </a:spcBef>
              <a:tabLst>
                <a:tab pos="2367280" algn="l"/>
                <a:tab pos="4102735" algn="l"/>
                <a:tab pos="5104765" algn="l"/>
                <a:tab pos="6346825" algn="l"/>
                <a:tab pos="7939405" algn="l"/>
                <a:tab pos="8930005" algn="l"/>
                <a:tab pos="10559415" algn="l"/>
              </a:tabLst>
            </a:pPr>
            <a:r>
              <a:rPr sz="2800" b="1" spc="-10" dirty="0">
                <a:latin typeface="Comic Sans MS"/>
                <a:cs typeface="Comic Sans MS"/>
              </a:rPr>
              <a:t>&lt;audio&gt;,</a:t>
            </a:r>
            <a:r>
              <a:rPr sz="2800" b="1" dirty="0">
                <a:latin typeface="Comic Sans MS"/>
                <a:cs typeface="Comic Sans MS"/>
              </a:rPr>
              <a:t>	</a:t>
            </a:r>
            <a:r>
              <a:rPr sz="2800" b="1" spc="-10" dirty="0">
                <a:latin typeface="Comic Sans MS"/>
                <a:cs typeface="Comic Sans MS"/>
              </a:rPr>
              <a:t>&lt;video&gt;.</a:t>
            </a:r>
            <a:r>
              <a:rPr sz="2800" b="1" dirty="0">
                <a:latin typeface="Comic Sans MS"/>
                <a:cs typeface="Comic Sans MS"/>
              </a:rPr>
              <a:t>	</a:t>
            </a:r>
            <a:r>
              <a:rPr sz="2800" spc="-20" dirty="0">
                <a:latin typeface="Comic Sans MS"/>
                <a:cs typeface="Comic Sans MS"/>
              </a:rPr>
              <a:t>This</a:t>
            </a:r>
            <a:r>
              <a:rPr sz="2800" dirty="0">
                <a:latin typeface="Comic Sans MS"/>
                <a:cs typeface="Comic Sans MS"/>
              </a:rPr>
              <a:t>	</a:t>
            </a:r>
            <a:r>
              <a:rPr sz="2800" spc="-10" dirty="0">
                <a:latin typeface="Comic Sans MS"/>
                <a:cs typeface="Comic Sans MS"/>
              </a:rPr>
              <a:t>media</a:t>
            </a:r>
            <a:r>
              <a:rPr sz="2800" dirty="0">
                <a:latin typeface="Comic Sans MS"/>
                <a:cs typeface="Comic Sans MS"/>
              </a:rPr>
              <a:t>	</a:t>
            </a:r>
            <a:r>
              <a:rPr sz="2800" spc="-10" dirty="0">
                <a:latin typeface="Comic Sans MS"/>
                <a:cs typeface="Comic Sans MS"/>
              </a:rPr>
              <a:t>element</a:t>
            </a:r>
            <a:r>
              <a:rPr sz="2800" dirty="0">
                <a:latin typeface="Comic Sans MS"/>
                <a:cs typeface="Comic Sans MS"/>
              </a:rPr>
              <a:t>	</a:t>
            </a:r>
            <a:r>
              <a:rPr sz="2800" spc="-20" dirty="0">
                <a:latin typeface="Comic Sans MS"/>
                <a:cs typeface="Comic Sans MS"/>
              </a:rPr>
              <a:t>tags</a:t>
            </a:r>
            <a:r>
              <a:rPr sz="2800" dirty="0">
                <a:latin typeface="Comic Sans MS"/>
                <a:cs typeface="Comic Sans MS"/>
              </a:rPr>
              <a:t>	</a:t>
            </a:r>
            <a:r>
              <a:rPr sz="2800" spc="-10" dirty="0">
                <a:latin typeface="Comic Sans MS"/>
                <a:cs typeface="Comic Sans MS"/>
              </a:rPr>
              <a:t>changed</a:t>
            </a:r>
            <a:r>
              <a:rPr sz="2800" dirty="0">
                <a:latin typeface="Comic Sans MS"/>
                <a:cs typeface="Comic Sans MS"/>
              </a:rPr>
              <a:t>	</a:t>
            </a:r>
            <a:r>
              <a:rPr sz="2800" spc="-25" dirty="0">
                <a:latin typeface="Comic Sans MS"/>
                <a:cs typeface="Comic Sans MS"/>
              </a:rPr>
              <a:t>the </a:t>
            </a:r>
            <a:r>
              <a:rPr sz="2800" dirty="0">
                <a:latin typeface="Comic Sans MS"/>
                <a:cs typeface="Comic Sans MS"/>
              </a:rPr>
              <a:t>entire</a:t>
            </a:r>
            <a:r>
              <a:rPr sz="2800" spc="-9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development</a:t>
            </a:r>
            <a:r>
              <a:rPr sz="2800" spc="-9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using</a:t>
            </a:r>
            <a:r>
              <a:rPr sz="2800" spc="-95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HTML.</a:t>
            </a:r>
            <a:endParaRPr sz="2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2800" b="1" dirty="0">
                <a:latin typeface="Comic Sans MS"/>
                <a:cs typeface="Comic Sans MS"/>
              </a:rPr>
              <a:t>Media</a:t>
            </a:r>
            <a:r>
              <a:rPr sz="2800" b="1" spc="-80" dirty="0">
                <a:latin typeface="Comic Sans MS"/>
                <a:cs typeface="Comic Sans MS"/>
              </a:rPr>
              <a:t> </a:t>
            </a:r>
            <a:r>
              <a:rPr sz="2800" b="1" spc="-10" dirty="0">
                <a:latin typeface="Comic Sans MS"/>
                <a:cs typeface="Comic Sans MS"/>
              </a:rPr>
              <a:t>Tags:</a:t>
            </a:r>
            <a:endParaRPr sz="2800">
              <a:latin typeface="Comic Sans MS"/>
              <a:cs typeface="Comic Sans MS"/>
            </a:endParaRPr>
          </a:p>
          <a:p>
            <a:pPr marL="927100" marR="252095" lvl="1" indent="-431800">
              <a:lnSpc>
                <a:spcPct val="157900"/>
              </a:lnSpc>
              <a:spcBef>
                <a:spcPts val="484"/>
              </a:spcBef>
              <a:buSzPct val="53571"/>
              <a:buFont typeface="Tahoma"/>
              <a:buChar char="●"/>
              <a:tabLst>
                <a:tab pos="927100" algn="l"/>
              </a:tabLst>
            </a:pPr>
            <a:r>
              <a:rPr sz="2800" b="1" u="sng" spc="-20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  <a:hlinkClick r:id="rId2"/>
              </a:rPr>
              <a:t>&lt;audio&gt;</a:t>
            </a:r>
            <a:r>
              <a:rPr sz="2800" b="1" spc="-20" dirty="0">
                <a:latin typeface="Comic Sans MS"/>
                <a:cs typeface="Comic Sans MS"/>
              </a:rPr>
              <a:t>:</a:t>
            </a:r>
            <a:r>
              <a:rPr sz="2800" b="1" spc="-35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It</a:t>
            </a:r>
            <a:r>
              <a:rPr sz="2800" spc="-8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is</a:t>
            </a:r>
            <a:r>
              <a:rPr sz="2800" spc="-4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an</a:t>
            </a:r>
            <a:r>
              <a:rPr sz="2800" spc="-5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inline</a:t>
            </a:r>
            <a:r>
              <a:rPr sz="2800" spc="-4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element</a:t>
            </a:r>
            <a:r>
              <a:rPr sz="2800" spc="-2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that</a:t>
            </a:r>
            <a:r>
              <a:rPr sz="2800" spc="-3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is</a:t>
            </a:r>
            <a:r>
              <a:rPr sz="2800" spc="-5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used</a:t>
            </a:r>
            <a:r>
              <a:rPr sz="2800" spc="-3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to</a:t>
            </a:r>
            <a:r>
              <a:rPr sz="2800" spc="-4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embed</a:t>
            </a:r>
            <a:r>
              <a:rPr sz="2800" spc="-20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sound </a:t>
            </a:r>
            <a:r>
              <a:rPr sz="2800" dirty="0">
                <a:latin typeface="Comic Sans MS"/>
                <a:cs typeface="Comic Sans MS"/>
              </a:rPr>
              <a:t>files</a:t>
            </a:r>
            <a:r>
              <a:rPr sz="2800" spc="-4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into</a:t>
            </a:r>
            <a:r>
              <a:rPr sz="2800" spc="-3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a</a:t>
            </a:r>
            <a:r>
              <a:rPr sz="2800" spc="-4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web</a:t>
            </a:r>
            <a:r>
              <a:rPr sz="2800" spc="-50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page.</a:t>
            </a:r>
            <a:endParaRPr sz="2800">
              <a:latin typeface="Comic Sans MS"/>
              <a:cs typeface="Comic Sans MS"/>
            </a:endParaRPr>
          </a:p>
          <a:p>
            <a:pPr marL="926465" lvl="1" indent="-431165">
              <a:lnSpc>
                <a:spcPct val="100000"/>
              </a:lnSpc>
              <a:spcBef>
                <a:spcPts val="1955"/>
              </a:spcBef>
              <a:buSzPct val="53571"/>
              <a:buFont typeface="Tahoma"/>
              <a:buChar char="●"/>
              <a:tabLst>
                <a:tab pos="926465" algn="l"/>
                <a:tab pos="2644775" algn="l"/>
              </a:tabLst>
            </a:pPr>
            <a:r>
              <a:rPr sz="2800" b="1" u="sng" spc="-10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  <a:hlinkClick r:id="rId3"/>
              </a:rPr>
              <a:t>&lt;video&gt;</a:t>
            </a:r>
            <a:r>
              <a:rPr sz="2800" b="1" spc="-10" dirty="0">
                <a:latin typeface="Comic Sans MS"/>
                <a:cs typeface="Comic Sans MS"/>
              </a:rPr>
              <a:t>:</a:t>
            </a:r>
            <a:r>
              <a:rPr sz="2800" b="1" dirty="0">
                <a:latin typeface="Comic Sans MS"/>
                <a:cs typeface="Comic Sans MS"/>
              </a:rPr>
              <a:t>	</a:t>
            </a:r>
            <a:r>
              <a:rPr sz="2800" dirty="0">
                <a:latin typeface="Comic Sans MS"/>
                <a:cs typeface="Comic Sans MS"/>
              </a:rPr>
              <a:t>It</a:t>
            </a:r>
            <a:r>
              <a:rPr sz="2800" spc="-5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is</a:t>
            </a:r>
            <a:r>
              <a:rPr sz="2800" spc="-4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used</a:t>
            </a:r>
            <a:r>
              <a:rPr sz="2800" spc="-4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to</a:t>
            </a:r>
            <a:r>
              <a:rPr sz="2800" spc="-4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embed</a:t>
            </a:r>
            <a:r>
              <a:rPr sz="2800" spc="-2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video</a:t>
            </a:r>
            <a:r>
              <a:rPr sz="2800" spc="-3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files</a:t>
            </a:r>
            <a:r>
              <a:rPr sz="2800" spc="-4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into</a:t>
            </a:r>
            <a:r>
              <a:rPr sz="2800" spc="-3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a</a:t>
            </a:r>
            <a:r>
              <a:rPr sz="2800" spc="-4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web</a:t>
            </a:r>
            <a:r>
              <a:rPr sz="2800" spc="-45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page.</a:t>
            </a:r>
            <a:endParaRPr sz="2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967" y="505714"/>
            <a:ext cx="1353185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500" b="1" spc="-10" dirty="0">
                <a:solidFill>
                  <a:srgbClr val="FF0000"/>
                </a:solidFill>
                <a:latin typeface="Comic Sans MS"/>
                <a:cs typeface="Comic Sans MS"/>
                <a:hlinkClick r:id="rId2"/>
              </a:rPr>
              <a:t>&lt;audio</a:t>
            </a:r>
            <a:r>
              <a:rPr sz="2500" b="1" spc="-10" dirty="0">
                <a:solidFill>
                  <a:srgbClr val="FF0000"/>
                </a:solidFill>
                <a:latin typeface="Comic Sans MS"/>
                <a:cs typeface="Comic Sans MS"/>
              </a:rPr>
              <a:t>&gt;:</a:t>
            </a:r>
            <a:endParaRPr sz="25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4967" y="989736"/>
            <a:ext cx="10788015" cy="525272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100" dirty="0">
                <a:latin typeface="Comic Sans MS"/>
                <a:cs typeface="Comic Sans MS"/>
              </a:rPr>
              <a:t>The</a:t>
            </a:r>
            <a:r>
              <a:rPr sz="2100" spc="3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“audio”</a:t>
            </a:r>
            <a:r>
              <a:rPr sz="2100" spc="3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tag</a:t>
            </a:r>
            <a:r>
              <a:rPr sz="2100" spc="4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is</a:t>
            </a:r>
            <a:r>
              <a:rPr sz="2100" spc="4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an</a:t>
            </a:r>
            <a:r>
              <a:rPr sz="2100" spc="5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inline</a:t>
            </a:r>
            <a:r>
              <a:rPr sz="2100" spc="2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element</a:t>
            </a:r>
            <a:r>
              <a:rPr sz="2100" spc="4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that is</a:t>
            </a:r>
            <a:r>
              <a:rPr sz="2100" spc="5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used</a:t>
            </a:r>
            <a:r>
              <a:rPr sz="2100" spc="1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to</a:t>
            </a:r>
            <a:r>
              <a:rPr sz="2100" spc="4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embed</a:t>
            </a:r>
            <a:r>
              <a:rPr sz="2100" spc="2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sound</a:t>
            </a:r>
            <a:r>
              <a:rPr sz="2100" spc="2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files</a:t>
            </a:r>
            <a:r>
              <a:rPr sz="2100" spc="4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into</a:t>
            </a:r>
            <a:r>
              <a:rPr sz="2100" spc="4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a</a:t>
            </a:r>
            <a:r>
              <a:rPr sz="2100" spc="5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web</a:t>
            </a:r>
            <a:r>
              <a:rPr sz="2100" spc="30" dirty="0">
                <a:latin typeface="Comic Sans MS"/>
                <a:cs typeface="Comic Sans MS"/>
              </a:rPr>
              <a:t> </a:t>
            </a:r>
            <a:r>
              <a:rPr sz="2100" spc="-10" dirty="0">
                <a:latin typeface="Comic Sans MS"/>
                <a:cs typeface="Comic Sans MS"/>
              </a:rPr>
              <a:t>page.</a:t>
            </a:r>
            <a:endParaRPr sz="21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100" b="1" spc="-10" dirty="0">
                <a:latin typeface="Comic Sans MS"/>
                <a:cs typeface="Comic Sans MS"/>
              </a:rPr>
              <a:t>Syntax:</a:t>
            </a:r>
            <a:endParaRPr sz="21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100" dirty="0">
                <a:solidFill>
                  <a:srgbClr val="0000FF"/>
                </a:solidFill>
                <a:latin typeface="Comic Sans MS"/>
                <a:cs typeface="Comic Sans MS"/>
              </a:rPr>
              <a:t>&lt;audio&gt;</a:t>
            </a:r>
            <a:r>
              <a:rPr sz="2100" spc="8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0000FF"/>
                </a:solidFill>
                <a:latin typeface="Comic Sans MS"/>
                <a:cs typeface="Comic Sans MS"/>
              </a:rPr>
              <a:t>&lt;source</a:t>
            </a:r>
            <a:r>
              <a:rPr sz="2100" spc="8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0000FF"/>
                </a:solidFill>
                <a:latin typeface="Comic Sans MS"/>
                <a:cs typeface="Comic Sans MS"/>
              </a:rPr>
              <a:t>src="sample.mp3"</a:t>
            </a:r>
            <a:r>
              <a:rPr sz="2100" spc="6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0000FF"/>
                </a:solidFill>
                <a:latin typeface="Comic Sans MS"/>
                <a:cs typeface="Comic Sans MS"/>
              </a:rPr>
              <a:t>type="audio/mpeg"&gt;</a:t>
            </a:r>
            <a:r>
              <a:rPr sz="2100" spc="10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100" spc="-10" dirty="0">
                <a:solidFill>
                  <a:srgbClr val="0000FF"/>
                </a:solidFill>
                <a:latin typeface="Comic Sans MS"/>
                <a:cs typeface="Comic Sans MS"/>
              </a:rPr>
              <a:t>&lt;/audio&gt;</a:t>
            </a:r>
            <a:endParaRPr sz="2100">
              <a:latin typeface="Comic Sans MS"/>
              <a:cs typeface="Comic Sans MS"/>
            </a:endParaRPr>
          </a:p>
          <a:p>
            <a:pPr marL="12700">
              <a:lnSpc>
                <a:spcPts val="2410"/>
              </a:lnSpc>
              <a:spcBef>
                <a:spcPts val="2345"/>
              </a:spcBef>
            </a:pPr>
            <a:r>
              <a:rPr sz="2100" b="1" dirty="0">
                <a:latin typeface="Comic Sans MS"/>
                <a:cs typeface="Comic Sans MS"/>
              </a:rPr>
              <a:t>Attributes:</a:t>
            </a:r>
            <a:r>
              <a:rPr sz="2100" b="1" spc="-26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The</a:t>
            </a:r>
            <a:r>
              <a:rPr sz="2100" spc="4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various</a:t>
            </a:r>
            <a:r>
              <a:rPr sz="2100" spc="3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attributes</a:t>
            </a:r>
            <a:r>
              <a:rPr sz="2100" spc="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that</a:t>
            </a:r>
            <a:r>
              <a:rPr sz="2100" spc="5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can</a:t>
            </a:r>
            <a:r>
              <a:rPr sz="2100" spc="5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be</a:t>
            </a:r>
            <a:r>
              <a:rPr sz="2100" spc="3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used</a:t>
            </a:r>
            <a:r>
              <a:rPr sz="2100" spc="2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with</a:t>
            </a:r>
            <a:r>
              <a:rPr sz="2100" spc="6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the</a:t>
            </a:r>
            <a:r>
              <a:rPr sz="2100" spc="3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“audio”</a:t>
            </a:r>
            <a:r>
              <a:rPr sz="2100" spc="4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tag</a:t>
            </a:r>
            <a:r>
              <a:rPr sz="2100" spc="4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are</a:t>
            </a:r>
            <a:r>
              <a:rPr sz="2100" spc="35" dirty="0">
                <a:latin typeface="Comic Sans MS"/>
                <a:cs typeface="Comic Sans MS"/>
              </a:rPr>
              <a:t> </a:t>
            </a:r>
            <a:r>
              <a:rPr sz="2100" spc="-10" dirty="0">
                <a:latin typeface="Comic Sans MS"/>
                <a:cs typeface="Comic Sans MS"/>
              </a:rPr>
              <a:t>listed</a:t>
            </a:r>
            <a:endParaRPr sz="2100">
              <a:latin typeface="Comic Sans MS"/>
              <a:cs typeface="Comic Sans MS"/>
            </a:endParaRPr>
          </a:p>
          <a:p>
            <a:pPr marL="12700">
              <a:lnSpc>
                <a:spcPts val="2410"/>
              </a:lnSpc>
            </a:pPr>
            <a:r>
              <a:rPr sz="2100" spc="-10" dirty="0">
                <a:latin typeface="Comic Sans MS"/>
                <a:cs typeface="Comic Sans MS"/>
              </a:rPr>
              <a:t>below:</a:t>
            </a:r>
            <a:endParaRPr sz="2100">
              <a:latin typeface="Comic Sans MS"/>
              <a:cs typeface="Comic Sans MS"/>
            </a:endParaRPr>
          </a:p>
          <a:p>
            <a:pPr marL="926465" indent="-440055">
              <a:lnSpc>
                <a:spcPct val="100000"/>
              </a:lnSpc>
              <a:spcBef>
                <a:spcPts val="2150"/>
              </a:spcBef>
              <a:buSzPct val="76190"/>
              <a:buFont typeface="Tahoma"/>
              <a:buChar char="●"/>
              <a:tabLst>
                <a:tab pos="926465" algn="l"/>
              </a:tabLst>
            </a:pPr>
            <a:r>
              <a:rPr sz="2100" b="1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  <a:hlinkClick r:id="rId3"/>
              </a:rPr>
              <a:t>Controls</a:t>
            </a:r>
            <a:r>
              <a:rPr sz="2100" b="1" dirty="0">
                <a:latin typeface="Comic Sans MS"/>
                <a:cs typeface="Comic Sans MS"/>
              </a:rPr>
              <a:t>:</a:t>
            </a:r>
            <a:r>
              <a:rPr sz="2100" b="1" spc="-25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Designates</a:t>
            </a:r>
            <a:r>
              <a:rPr sz="2100" spc="2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what</a:t>
            </a:r>
            <a:r>
              <a:rPr sz="2100" spc="5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controls</a:t>
            </a:r>
            <a:r>
              <a:rPr sz="2100" spc="6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to</a:t>
            </a:r>
            <a:r>
              <a:rPr sz="2100" spc="5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display</a:t>
            </a:r>
            <a:r>
              <a:rPr sz="2100" spc="4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with</a:t>
            </a:r>
            <a:r>
              <a:rPr sz="2100" spc="5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the</a:t>
            </a:r>
            <a:r>
              <a:rPr sz="2100" spc="5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audio</a:t>
            </a:r>
            <a:r>
              <a:rPr sz="2100" spc="45" dirty="0">
                <a:latin typeface="Comic Sans MS"/>
                <a:cs typeface="Comic Sans MS"/>
              </a:rPr>
              <a:t> </a:t>
            </a:r>
            <a:r>
              <a:rPr sz="2100" spc="-10" dirty="0">
                <a:latin typeface="Comic Sans MS"/>
                <a:cs typeface="Comic Sans MS"/>
              </a:rPr>
              <a:t>player.</a:t>
            </a:r>
            <a:endParaRPr sz="2100">
              <a:latin typeface="Comic Sans MS"/>
              <a:cs typeface="Comic Sans MS"/>
            </a:endParaRPr>
          </a:p>
          <a:p>
            <a:pPr marL="927100" marR="308610" indent="-440690">
              <a:lnSpc>
                <a:spcPct val="160500"/>
              </a:lnSpc>
              <a:buSzPct val="76190"/>
              <a:buFont typeface="Tahoma"/>
              <a:buChar char="●"/>
              <a:tabLst>
                <a:tab pos="927100" algn="l"/>
              </a:tabLst>
            </a:pPr>
            <a:r>
              <a:rPr sz="2100" b="1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  <a:hlinkClick r:id="rId4"/>
              </a:rPr>
              <a:t>Autoplay</a:t>
            </a:r>
            <a:r>
              <a:rPr sz="2100" b="1" dirty="0">
                <a:latin typeface="Comic Sans MS"/>
                <a:cs typeface="Comic Sans MS"/>
              </a:rPr>
              <a:t>:</a:t>
            </a:r>
            <a:r>
              <a:rPr sz="2100" b="1" spc="-24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Designates</a:t>
            </a:r>
            <a:r>
              <a:rPr sz="2100" spc="2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that</a:t>
            </a:r>
            <a:r>
              <a:rPr sz="2100" spc="5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the</a:t>
            </a:r>
            <a:r>
              <a:rPr sz="2100" spc="4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audio</a:t>
            </a:r>
            <a:r>
              <a:rPr sz="2100" spc="5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file</a:t>
            </a:r>
            <a:r>
              <a:rPr sz="2100" spc="5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will</a:t>
            </a:r>
            <a:r>
              <a:rPr sz="2100" spc="6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play</a:t>
            </a:r>
            <a:r>
              <a:rPr sz="2100" spc="5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immediately</a:t>
            </a:r>
            <a:r>
              <a:rPr sz="2100" spc="2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after</a:t>
            </a:r>
            <a:r>
              <a:rPr sz="2100" spc="4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it</a:t>
            </a:r>
            <a:r>
              <a:rPr sz="2100" spc="65" dirty="0">
                <a:latin typeface="Comic Sans MS"/>
                <a:cs typeface="Comic Sans MS"/>
              </a:rPr>
              <a:t> </a:t>
            </a:r>
            <a:r>
              <a:rPr sz="2100" spc="-10" dirty="0">
                <a:latin typeface="Comic Sans MS"/>
                <a:cs typeface="Comic Sans MS"/>
              </a:rPr>
              <a:t>loads controls.</a:t>
            </a:r>
            <a:endParaRPr sz="2100">
              <a:latin typeface="Comic Sans MS"/>
              <a:cs typeface="Comic Sans MS"/>
            </a:endParaRPr>
          </a:p>
          <a:p>
            <a:pPr marL="926465" indent="-440055">
              <a:lnSpc>
                <a:spcPct val="100000"/>
              </a:lnSpc>
              <a:spcBef>
                <a:spcPts val="1525"/>
              </a:spcBef>
              <a:buSzPct val="76190"/>
              <a:buFont typeface="Tahoma"/>
              <a:buChar char="●"/>
              <a:tabLst>
                <a:tab pos="926465" algn="l"/>
              </a:tabLst>
            </a:pPr>
            <a:r>
              <a:rPr sz="2100" b="1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  <a:hlinkClick r:id="rId5"/>
              </a:rPr>
              <a:t>Loop</a:t>
            </a:r>
            <a:r>
              <a:rPr sz="2100" b="1" dirty="0">
                <a:latin typeface="Comic Sans MS"/>
                <a:cs typeface="Comic Sans MS"/>
              </a:rPr>
              <a:t>:</a:t>
            </a:r>
            <a:r>
              <a:rPr sz="2100" b="1" spc="-22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Designates</a:t>
            </a:r>
            <a:r>
              <a:rPr sz="2100" spc="5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that</a:t>
            </a:r>
            <a:r>
              <a:rPr sz="2100" spc="5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the</a:t>
            </a:r>
            <a:r>
              <a:rPr sz="2100" spc="7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audio</a:t>
            </a:r>
            <a:r>
              <a:rPr sz="2100" spc="6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file</a:t>
            </a:r>
            <a:r>
              <a:rPr sz="2100" spc="8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should</a:t>
            </a:r>
            <a:r>
              <a:rPr sz="2100" spc="6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continuously</a:t>
            </a:r>
            <a:r>
              <a:rPr sz="2100" spc="60" dirty="0">
                <a:latin typeface="Comic Sans MS"/>
                <a:cs typeface="Comic Sans MS"/>
              </a:rPr>
              <a:t> </a:t>
            </a:r>
            <a:r>
              <a:rPr sz="2100" spc="-10" dirty="0">
                <a:latin typeface="Comic Sans MS"/>
                <a:cs typeface="Comic Sans MS"/>
              </a:rPr>
              <a:t>repeat.</a:t>
            </a:r>
            <a:endParaRPr sz="2100">
              <a:latin typeface="Comic Sans MS"/>
              <a:cs typeface="Comic Sans MS"/>
            </a:endParaRPr>
          </a:p>
          <a:p>
            <a:pPr marL="926465" indent="-440055">
              <a:lnSpc>
                <a:spcPct val="100000"/>
              </a:lnSpc>
              <a:spcBef>
                <a:spcPts val="1525"/>
              </a:spcBef>
              <a:buSzPct val="76190"/>
              <a:buFont typeface="Tahoma"/>
              <a:buChar char="●"/>
              <a:tabLst>
                <a:tab pos="926465" algn="l"/>
              </a:tabLst>
            </a:pPr>
            <a:r>
              <a:rPr sz="2100" b="1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  <a:hlinkClick r:id="rId6"/>
              </a:rPr>
              <a:t>src</a:t>
            </a:r>
            <a:r>
              <a:rPr sz="2100" b="1" dirty="0">
                <a:latin typeface="Comic Sans MS"/>
                <a:cs typeface="Comic Sans MS"/>
              </a:rPr>
              <a:t>:</a:t>
            </a:r>
            <a:r>
              <a:rPr sz="2100" b="1" spc="-229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Designates</a:t>
            </a:r>
            <a:r>
              <a:rPr sz="2100" spc="1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the</a:t>
            </a:r>
            <a:r>
              <a:rPr sz="2100" spc="5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URL</a:t>
            </a:r>
            <a:r>
              <a:rPr sz="2100" spc="5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of</a:t>
            </a:r>
            <a:r>
              <a:rPr sz="2100" spc="6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the</a:t>
            </a:r>
            <a:r>
              <a:rPr sz="2100" spc="4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audio</a:t>
            </a:r>
            <a:r>
              <a:rPr sz="2100" spc="55" dirty="0">
                <a:latin typeface="Comic Sans MS"/>
                <a:cs typeface="Comic Sans MS"/>
              </a:rPr>
              <a:t> </a:t>
            </a:r>
            <a:r>
              <a:rPr sz="2100" spc="-10" dirty="0">
                <a:latin typeface="Comic Sans MS"/>
                <a:cs typeface="Comic Sans MS"/>
              </a:rPr>
              <a:t>file.</a:t>
            </a:r>
            <a:endParaRPr sz="2100">
              <a:latin typeface="Comic Sans MS"/>
              <a:cs typeface="Comic Sans MS"/>
            </a:endParaRPr>
          </a:p>
          <a:p>
            <a:pPr marL="926465" indent="-440055">
              <a:lnSpc>
                <a:spcPct val="100000"/>
              </a:lnSpc>
              <a:spcBef>
                <a:spcPts val="1525"/>
              </a:spcBef>
              <a:buSzPct val="76190"/>
              <a:buFont typeface="Tahoma"/>
              <a:buChar char="●"/>
              <a:tabLst>
                <a:tab pos="926465" algn="l"/>
              </a:tabLst>
            </a:pPr>
            <a:r>
              <a:rPr sz="2100" b="1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  <a:hlinkClick r:id="rId7"/>
              </a:rPr>
              <a:t>muted</a:t>
            </a:r>
            <a:r>
              <a:rPr sz="2100" b="1" dirty="0">
                <a:latin typeface="Comic Sans MS"/>
                <a:cs typeface="Comic Sans MS"/>
              </a:rPr>
              <a:t>:</a:t>
            </a:r>
            <a:r>
              <a:rPr sz="2100" b="1" spc="-24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Designates</a:t>
            </a:r>
            <a:r>
              <a:rPr sz="2100" spc="1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that</a:t>
            </a:r>
            <a:r>
              <a:rPr sz="2100" spc="5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the</a:t>
            </a:r>
            <a:r>
              <a:rPr sz="2100" spc="4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audio</a:t>
            </a:r>
            <a:r>
              <a:rPr sz="2100" spc="6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file</a:t>
            </a:r>
            <a:r>
              <a:rPr sz="2100" spc="5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should</a:t>
            </a:r>
            <a:r>
              <a:rPr sz="2100" spc="5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be</a:t>
            </a:r>
            <a:r>
              <a:rPr sz="2100" spc="45" dirty="0">
                <a:latin typeface="Comic Sans MS"/>
                <a:cs typeface="Comic Sans MS"/>
              </a:rPr>
              <a:t> </a:t>
            </a:r>
            <a:r>
              <a:rPr sz="2100" spc="-10" dirty="0">
                <a:latin typeface="Comic Sans MS"/>
                <a:cs typeface="Comic Sans MS"/>
              </a:rPr>
              <a:t>muted.</a:t>
            </a:r>
            <a:endParaRPr sz="21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4967" y="299669"/>
            <a:ext cx="6235065" cy="6019165"/>
          </a:xfrm>
          <a:prstGeom prst="rect">
            <a:avLst/>
          </a:prstGeom>
        </p:spPr>
        <p:txBody>
          <a:bodyPr vert="horz" wrap="square" lIns="0" tIns="208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45"/>
              </a:spcBef>
            </a:pPr>
            <a:r>
              <a:rPr sz="2250" b="1" dirty="0">
                <a:solidFill>
                  <a:srgbClr val="FF0000"/>
                </a:solidFill>
                <a:latin typeface="Comic Sans MS"/>
                <a:cs typeface="Comic Sans MS"/>
                <a:hlinkClick r:id="rId2"/>
              </a:rPr>
              <a:t>&lt;audio</a:t>
            </a:r>
            <a:r>
              <a:rPr sz="2250" b="1" dirty="0">
                <a:solidFill>
                  <a:srgbClr val="FF0000"/>
                </a:solidFill>
                <a:latin typeface="Comic Sans MS"/>
                <a:cs typeface="Comic Sans MS"/>
              </a:rPr>
              <a:t>&gt;</a:t>
            </a:r>
            <a:r>
              <a:rPr sz="2250" b="1" spc="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50" b="1" spc="-10" dirty="0">
                <a:solidFill>
                  <a:srgbClr val="FF0000"/>
                </a:solidFill>
                <a:latin typeface="Comic Sans MS"/>
                <a:cs typeface="Comic Sans MS"/>
              </a:rPr>
              <a:t>example:</a:t>
            </a:r>
            <a:endParaRPr sz="22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2250" dirty="0">
                <a:latin typeface="Comic Sans MS"/>
                <a:cs typeface="Comic Sans MS"/>
              </a:rPr>
              <a:t>&lt;!DOCTYPE</a:t>
            </a:r>
            <a:r>
              <a:rPr sz="2250" spc="-10" dirty="0">
                <a:latin typeface="Comic Sans MS"/>
                <a:cs typeface="Comic Sans MS"/>
              </a:rPr>
              <a:t> html&gt;</a:t>
            </a:r>
            <a:endParaRPr sz="22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sz="2250" spc="-10" dirty="0">
                <a:latin typeface="Comic Sans MS"/>
                <a:cs typeface="Comic Sans MS"/>
              </a:rPr>
              <a:t>&lt;html&gt;</a:t>
            </a:r>
            <a:endParaRPr sz="22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250" spc="-10" dirty="0">
                <a:latin typeface="Comic Sans MS"/>
                <a:cs typeface="Comic Sans MS"/>
              </a:rPr>
              <a:t>&lt;body&gt;</a:t>
            </a:r>
            <a:endParaRPr sz="22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sz="2250" dirty="0">
                <a:latin typeface="Comic Sans MS"/>
                <a:cs typeface="Comic Sans MS"/>
              </a:rPr>
              <a:t>&lt;h1&gt;The</a:t>
            </a:r>
            <a:r>
              <a:rPr sz="2250" spc="-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audio</a:t>
            </a:r>
            <a:r>
              <a:rPr sz="2250" spc="-1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autoplay</a:t>
            </a:r>
            <a:r>
              <a:rPr sz="2250" spc="-15" dirty="0">
                <a:latin typeface="Comic Sans MS"/>
                <a:cs typeface="Comic Sans MS"/>
              </a:rPr>
              <a:t> </a:t>
            </a:r>
            <a:r>
              <a:rPr sz="2250" spc="-10" dirty="0">
                <a:latin typeface="Comic Sans MS"/>
                <a:cs typeface="Comic Sans MS"/>
              </a:rPr>
              <a:t>attribute&lt;/h1&gt;</a:t>
            </a:r>
            <a:endParaRPr sz="22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sz="2250" dirty="0">
                <a:latin typeface="Comic Sans MS"/>
                <a:cs typeface="Comic Sans MS"/>
              </a:rPr>
              <a:t>&lt;p&gt;Click</a:t>
            </a:r>
            <a:r>
              <a:rPr sz="2250" spc="-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on</a:t>
            </a:r>
            <a:r>
              <a:rPr sz="2250" spc="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the</a:t>
            </a:r>
            <a:r>
              <a:rPr sz="2250" spc="-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play</a:t>
            </a:r>
            <a:r>
              <a:rPr sz="2250" spc="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button</a:t>
            </a:r>
            <a:r>
              <a:rPr sz="2250" spc="20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to</a:t>
            </a:r>
            <a:r>
              <a:rPr sz="2250" spc="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play</a:t>
            </a:r>
            <a:r>
              <a:rPr sz="2250" spc="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a</a:t>
            </a:r>
            <a:r>
              <a:rPr sz="2250" spc="20" dirty="0">
                <a:latin typeface="Comic Sans MS"/>
                <a:cs typeface="Comic Sans MS"/>
              </a:rPr>
              <a:t> </a:t>
            </a:r>
            <a:r>
              <a:rPr sz="2250" spc="-10" dirty="0">
                <a:latin typeface="Comic Sans MS"/>
                <a:cs typeface="Comic Sans MS"/>
              </a:rPr>
              <a:t>sound:&lt;/p&gt;</a:t>
            </a:r>
            <a:endParaRPr sz="22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250" dirty="0">
                <a:latin typeface="Comic Sans MS"/>
                <a:cs typeface="Comic Sans MS"/>
              </a:rPr>
              <a:t>&lt;audio</a:t>
            </a:r>
            <a:r>
              <a:rPr sz="2250" spc="-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controls</a:t>
            </a:r>
            <a:r>
              <a:rPr sz="2250" spc="-20" dirty="0">
                <a:latin typeface="Comic Sans MS"/>
                <a:cs typeface="Comic Sans MS"/>
              </a:rPr>
              <a:t> </a:t>
            </a:r>
            <a:r>
              <a:rPr sz="2250" spc="-10" dirty="0">
                <a:latin typeface="Comic Sans MS"/>
                <a:cs typeface="Comic Sans MS"/>
              </a:rPr>
              <a:t>autoplay&gt;</a:t>
            </a:r>
            <a:endParaRPr sz="2250">
              <a:latin typeface="Comic Sans MS"/>
              <a:cs typeface="Comic Sans MS"/>
            </a:endParaRPr>
          </a:p>
          <a:p>
            <a:pPr marL="182880">
              <a:lnSpc>
                <a:spcPct val="100000"/>
              </a:lnSpc>
              <a:spcBef>
                <a:spcPts val="1595"/>
              </a:spcBef>
            </a:pPr>
            <a:r>
              <a:rPr sz="2250" dirty="0">
                <a:latin typeface="Comic Sans MS"/>
                <a:cs typeface="Comic Sans MS"/>
              </a:rPr>
              <a:t>&lt;source</a:t>
            </a:r>
            <a:r>
              <a:rPr sz="2250" spc="-1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src="horse.ogg"</a:t>
            </a:r>
            <a:r>
              <a:rPr sz="2250" spc="-20" dirty="0">
                <a:latin typeface="Comic Sans MS"/>
                <a:cs typeface="Comic Sans MS"/>
              </a:rPr>
              <a:t> </a:t>
            </a:r>
            <a:r>
              <a:rPr sz="2250" spc="-10" dirty="0">
                <a:latin typeface="Comic Sans MS"/>
                <a:cs typeface="Comic Sans MS"/>
              </a:rPr>
              <a:t>type="audio/ogg"&gt;</a:t>
            </a:r>
            <a:endParaRPr sz="2250">
              <a:latin typeface="Comic Sans MS"/>
              <a:cs typeface="Comic Sans MS"/>
            </a:endParaRPr>
          </a:p>
          <a:p>
            <a:pPr marL="182880">
              <a:lnSpc>
                <a:spcPct val="100000"/>
              </a:lnSpc>
              <a:spcBef>
                <a:spcPts val="1595"/>
              </a:spcBef>
            </a:pPr>
            <a:r>
              <a:rPr sz="2250" dirty="0">
                <a:latin typeface="Comic Sans MS"/>
                <a:cs typeface="Comic Sans MS"/>
              </a:rPr>
              <a:t>&lt;source</a:t>
            </a:r>
            <a:r>
              <a:rPr sz="2250" spc="-25" dirty="0">
                <a:latin typeface="Comic Sans MS"/>
                <a:cs typeface="Comic Sans MS"/>
              </a:rPr>
              <a:t> </a:t>
            </a:r>
            <a:r>
              <a:rPr sz="2250" dirty="0">
                <a:latin typeface="Comic Sans MS"/>
                <a:cs typeface="Comic Sans MS"/>
              </a:rPr>
              <a:t>src="horse.mp3"</a:t>
            </a:r>
            <a:r>
              <a:rPr sz="2250" spc="-15" dirty="0">
                <a:latin typeface="Comic Sans MS"/>
                <a:cs typeface="Comic Sans MS"/>
              </a:rPr>
              <a:t> </a:t>
            </a:r>
            <a:r>
              <a:rPr sz="2250" spc="-10" dirty="0">
                <a:latin typeface="Comic Sans MS"/>
                <a:cs typeface="Comic Sans MS"/>
              </a:rPr>
              <a:t>type="audio/mpeg"&gt;</a:t>
            </a:r>
            <a:endParaRPr sz="22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250" spc="-10" dirty="0">
                <a:latin typeface="Comic Sans MS"/>
                <a:cs typeface="Comic Sans MS"/>
              </a:rPr>
              <a:t>&lt;/audio&gt;</a:t>
            </a:r>
            <a:endParaRPr sz="22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2250" spc="-10" dirty="0">
                <a:latin typeface="Comic Sans MS"/>
                <a:cs typeface="Comic Sans MS"/>
              </a:rPr>
              <a:t>&lt;/body&gt;&lt;/html&gt;</a:t>
            </a:r>
            <a:endParaRPr sz="2250">
              <a:latin typeface="Comic Sans MS"/>
              <a:cs typeface="Comic Sans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08064" y="1053083"/>
            <a:ext cx="5167883" cy="2494788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967" y="502665"/>
            <a:ext cx="131191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10" dirty="0">
                <a:solidFill>
                  <a:srgbClr val="FF0000"/>
                </a:solidFill>
                <a:latin typeface="Comic Sans MS"/>
                <a:cs typeface="Comic Sans MS"/>
                <a:hlinkClick r:id="rId2"/>
              </a:rPr>
              <a:t>&lt;</a:t>
            </a:r>
            <a:r>
              <a:rPr sz="2450" b="1" spc="-10" dirty="0">
                <a:solidFill>
                  <a:srgbClr val="FF0000"/>
                </a:solidFill>
                <a:latin typeface="Comic Sans MS"/>
                <a:cs typeface="Comic Sans MS"/>
              </a:rPr>
              <a:t>video&gt;:</a:t>
            </a:r>
            <a:endParaRPr sz="245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4967" y="900125"/>
            <a:ext cx="6312535" cy="1146810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926465" indent="-410845">
              <a:lnSpc>
                <a:spcPct val="100000"/>
              </a:lnSpc>
              <a:spcBef>
                <a:spcPts val="1270"/>
              </a:spcBef>
              <a:buSzPct val="78787"/>
              <a:buChar char="●"/>
              <a:tabLst>
                <a:tab pos="926465" algn="l"/>
              </a:tabLst>
            </a:pPr>
            <a:r>
              <a:rPr sz="1650" dirty="0">
                <a:latin typeface="Comic Sans MS"/>
                <a:cs typeface="Comic Sans MS"/>
              </a:rPr>
              <a:t>It</a:t>
            </a:r>
            <a:r>
              <a:rPr sz="1650" spc="20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is</a:t>
            </a:r>
            <a:r>
              <a:rPr sz="1650" spc="20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used</a:t>
            </a:r>
            <a:r>
              <a:rPr sz="1650" spc="20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to</a:t>
            </a:r>
            <a:r>
              <a:rPr sz="1650" spc="25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embed</a:t>
            </a:r>
            <a:r>
              <a:rPr sz="1650" spc="30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video</a:t>
            </a:r>
            <a:r>
              <a:rPr sz="1650" spc="-5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files</a:t>
            </a:r>
            <a:r>
              <a:rPr sz="1650" spc="15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into</a:t>
            </a:r>
            <a:r>
              <a:rPr sz="1650" spc="25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a</a:t>
            </a:r>
            <a:r>
              <a:rPr sz="1650" spc="10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web</a:t>
            </a:r>
            <a:r>
              <a:rPr sz="1650" spc="20" dirty="0">
                <a:latin typeface="Comic Sans MS"/>
                <a:cs typeface="Comic Sans MS"/>
              </a:rPr>
              <a:t> </a:t>
            </a:r>
            <a:r>
              <a:rPr sz="1650" spc="-10" dirty="0">
                <a:latin typeface="Comic Sans MS"/>
                <a:cs typeface="Comic Sans MS"/>
              </a:rPr>
              <a:t>page.</a:t>
            </a:r>
            <a:endParaRPr sz="16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650" b="1" spc="-10" dirty="0">
                <a:latin typeface="Comic Sans MS"/>
                <a:cs typeface="Comic Sans MS"/>
              </a:rPr>
              <a:t>Syntax:</a:t>
            </a:r>
            <a:endParaRPr sz="1650">
              <a:latin typeface="Comic Sans MS"/>
              <a:cs typeface="Comic Sans MS"/>
            </a:endParaRPr>
          </a:p>
          <a:p>
            <a:pPr marL="266700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solidFill>
                  <a:srgbClr val="0000FF"/>
                </a:solidFill>
                <a:latin typeface="Comic Sans MS"/>
                <a:cs typeface="Comic Sans MS"/>
              </a:rPr>
              <a:t>&lt;video&gt;</a:t>
            </a:r>
            <a:r>
              <a:rPr sz="1900" spc="-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solidFill>
                  <a:srgbClr val="0000FF"/>
                </a:solidFill>
                <a:latin typeface="Comic Sans MS"/>
                <a:cs typeface="Comic Sans MS"/>
              </a:rPr>
              <a:t>&lt;source</a:t>
            </a:r>
            <a:r>
              <a:rPr sz="2000" spc="-2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solidFill>
                  <a:srgbClr val="0000FF"/>
                </a:solidFill>
                <a:latin typeface="Comic Sans MS"/>
                <a:cs typeface="Comic Sans MS"/>
              </a:rPr>
              <a:t>src="movie.mp4"</a:t>
            </a:r>
            <a:r>
              <a:rPr sz="2000" spc="-3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Comic Sans MS"/>
                <a:cs typeface="Comic Sans MS"/>
              </a:rPr>
              <a:t>type="video/mp4"&gt;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31481" y="1724609"/>
            <a:ext cx="935355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spc="-10" dirty="0">
                <a:solidFill>
                  <a:srgbClr val="0000FF"/>
                </a:solidFill>
                <a:latin typeface="Comic Sans MS"/>
                <a:cs typeface="Comic Sans MS"/>
              </a:rPr>
              <a:t>&lt;/video&gt;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4967" y="2138298"/>
            <a:ext cx="11106150" cy="15767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b="1" dirty="0">
                <a:latin typeface="Comic Sans MS"/>
                <a:cs typeface="Comic Sans MS"/>
              </a:rPr>
              <a:t>Attributes</a:t>
            </a:r>
            <a:r>
              <a:rPr sz="1650" b="1" spc="50" dirty="0">
                <a:latin typeface="Comic Sans MS"/>
                <a:cs typeface="Comic Sans MS"/>
              </a:rPr>
              <a:t> </a:t>
            </a:r>
            <a:r>
              <a:rPr sz="1650" b="1" dirty="0">
                <a:latin typeface="Comic Sans MS"/>
                <a:cs typeface="Comic Sans MS"/>
              </a:rPr>
              <a:t>that</a:t>
            </a:r>
            <a:r>
              <a:rPr sz="1650" b="1" spc="35" dirty="0">
                <a:latin typeface="Comic Sans MS"/>
                <a:cs typeface="Comic Sans MS"/>
              </a:rPr>
              <a:t> </a:t>
            </a:r>
            <a:r>
              <a:rPr sz="1650" b="1" dirty="0">
                <a:latin typeface="Comic Sans MS"/>
                <a:cs typeface="Comic Sans MS"/>
              </a:rPr>
              <a:t>can</a:t>
            </a:r>
            <a:r>
              <a:rPr sz="1650" b="1" spc="30" dirty="0">
                <a:latin typeface="Comic Sans MS"/>
                <a:cs typeface="Comic Sans MS"/>
              </a:rPr>
              <a:t> </a:t>
            </a:r>
            <a:r>
              <a:rPr sz="1650" b="1" dirty="0">
                <a:latin typeface="Comic Sans MS"/>
                <a:cs typeface="Comic Sans MS"/>
              </a:rPr>
              <a:t>be</a:t>
            </a:r>
            <a:r>
              <a:rPr sz="1650" b="1" spc="25" dirty="0">
                <a:latin typeface="Comic Sans MS"/>
                <a:cs typeface="Comic Sans MS"/>
              </a:rPr>
              <a:t> </a:t>
            </a:r>
            <a:r>
              <a:rPr sz="1650" b="1" dirty="0">
                <a:latin typeface="Comic Sans MS"/>
                <a:cs typeface="Comic Sans MS"/>
              </a:rPr>
              <a:t>used</a:t>
            </a:r>
            <a:r>
              <a:rPr sz="1650" b="1" spc="15" dirty="0">
                <a:latin typeface="Comic Sans MS"/>
                <a:cs typeface="Comic Sans MS"/>
              </a:rPr>
              <a:t> </a:t>
            </a:r>
            <a:r>
              <a:rPr sz="1650" b="1" dirty="0">
                <a:latin typeface="Comic Sans MS"/>
                <a:cs typeface="Comic Sans MS"/>
              </a:rPr>
              <a:t>with</a:t>
            </a:r>
            <a:r>
              <a:rPr sz="1650" b="1" spc="25" dirty="0">
                <a:latin typeface="Comic Sans MS"/>
                <a:cs typeface="Comic Sans MS"/>
              </a:rPr>
              <a:t> </a:t>
            </a:r>
            <a:r>
              <a:rPr sz="1650" b="1" dirty="0">
                <a:latin typeface="Comic Sans MS"/>
                <a:cs typeface="Comic Sans MS"/>
              </a:rPr>
              <a:t>the</a:t>
            </a:r>
            <a:r>
              <a:rPr sz="1650" b="1" spc="30" dirty="0">
                <a:latin typeface="Comic Sans MS"/>
                <a:cs typeface="Comic Sans MS"/>
              </a:rPr>
              <a:t> </a:t>
            </a:r>
            <a:r>
              <a:rPr sz="1650" b="1" dirty="0">
                <a:latin typeface="Comic Sans MS"/>
                <a:cs typeface="Comic Sans MS"/>
              </a:rPr>
              <a:t>“video”</a:t>
            </a:r>
            <a:r>
              <a:rPr sz="1650" b="1" spc="20" dirty="0">
                <a:latin typeface="Comic Sans MS"/>
                <a:cs typeface="Comic Sans MS"/>
              </a:rPr>
              <a:t> </a:t>
            </a:r>
            <a:r>
              <a:rPr sz="1650" b="1" dirty="0">
                <a:latin typeface="Comic Sans MS"/>
                <a:cs typeface="Comic Sans MS"/>
              </a:rPr>
              <a:t>tag</a:t>
            </a:r>
            <a:r>
              <a:rPr sz="1650" b="1" spc="30" dirty="0">
                <a:latin typeface="Comic Sans MS"/>
                <a:cs typeface="Comic Sans MS"/>
              </a:rPr>
              <a:t> </a:t>
            </a:r>
            <a:r>
              <a:rPr sz="1650" b="1" dirty="0">
                <a:latin typeface="Comic Sans MS"/>
                <a:cs typeface="Comic Sans MS"/>
              </a:rPr>
              <a:t>are</a:t>
            </a:r>
            <a:r>
              <a:rPr sz="1650" b="1" spc="20" dirty="0">
                <a:latin typeface="Comic Sans MS"/>
                <a:cs typeface="Comic Sans MS"/>
              </a:rPr>
              <a:t> </a:t>
            </a:r>
            <a:r>
              <a:rPr sz="1650" b="1" dirty="0">
                <a:latin typeface="Comic Sans MS"/>
                <a:cs typeface="Comic Sans MS"/>
              </a:rPr>
              <a:t>listed</a:t>
            </a:r>
            <a:r>
              <a:rPr sz="1650" b="1" spc="25" dirty="0">
                <a:latin typeface="Comic Sans MS"/>
                <a:cs typeface="Comic Sans MS"/>
              </a:rPr>
              <a:t> </a:t>
            </a:r>
            <a:r>
              <a:rPr sz="1650" b="1" dirty="0">
                <a:latin typeface="Comic Sans MS"/>
                <a:cs typeface="Comic Sans MS"/>
              </a:rPr>
              <a:t>below</a:t>
            </a:r>
            <a:r>
              <a:rPr sz="1650" b="1" spc="35" dirty="0">
                <a:latin typeface="Comic Sans MS"/>
                <a:cs typeface="Comic Sans MS"/>
              </a:rPr>
              <a:t> </a:t>
            </a:r>
            <a:r>
              <a:rPr sz="1650" b="1" spc="-50" dirty="0">
                <a:latin typeface="Comic Sans MS"/>
                <a:cs typeface="Comic Sans MS"/>
              </a:rPr>
              <a:t>:</a:t>
            </a:r>
            <a:endParaRPr sz="1650">
              <a:latin typeface="Comic Sans MS"/>
              <a:cs typeface="Comic Sans MS"/>
            </a:endParaRPr>
          </a:p>
          <a:p>
            <a:pPr marL="926465" indent="-410845">
              <a:lnSpc>
                <a:spcPct val="100000"/>
              </a:lnSpc>
              <a:spcBef>
                <a:spcPts val="1910"/>
              </a:spcBef>
              <a:buSzPct val="78787"/>
              <a:buFont typeface="Tahoma"/>
              <a:buChar char="●"/>
              <a:tabLst>
                <a:tab pos="926465" algn="l"/>
              </a:tabLst>
            </a:pPr>
            <a:r>
              <a:rPr sz="1650" b="1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  <a:hlinkClick r:id="rId3"/>
              </a:rPr>
              <a:t>Autoplay</a:t>
            </a:r>
            <a:r>
              <a:rPr sz="1650" b="1" dirty="0">
                <a:latin typeface="Comic Sans MS"/>
                <a:cs typeface="Comic Sans MS"/>
              </a:rPr>
              <a:t>:</a:t>
            </a:r>
            <a:r>
              <a:rPr sz="1650" b="1" spc="45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It</a:t>
            </a:r>
            <a:r>
              <a:rPr sz="1650" spc="15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tells</a:t>
            </a:r>
            <a:r>
              <a:rPr sz="1650" spc="35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the</a:t>
            </a:r>
            <a:r>
              <a:rPr sz="1650" spc="25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browser</a:t>
            </a:r>
            <a:r>
              <a:rPr sz="1650" spc="10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to</a:t>
            </a:r>
            <a:r>
              <a:rPr sz="1650" spc="20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immediately</a:t>
            </a:r>
            <a:r>
              <a:rPr sz="1650" spc="15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start</a:t>
            </a:r>
            <a:r>
              <a:rPr sz="1650" spc="10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downloading</a:t>
            </a:r>
            <a:r>
              <a:rPr sz="1650" spc="-10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the</a:t>
            </a:r>
            <a:r>
              <a:rPr sz="1650" spc="25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video</a:t>
            </a:r>
            <a:r>
              <a:rPr sz="1650" spc="-10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and</a:t>
            </a:r>
            <a:r>
              <a:rPr sz="1650" spc="15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play it</a:t>
            </a:r>
            <a:r>
              <a:rPr sz="1650" spc="20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as</a:t>
            </a:r>
            <a:r>
              <a:rPr sz="1650" spc="20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soon</a:t>
            </a:r>
            <a:r>
              <a:rPr sz="1650" spc="20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as</a:t>
            </a:r>
            <a:r>
              <a:rPr sz="1650" spc="10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it</a:t>
            </a:r>
            <a:r>
              <a:rPr sz="1650" spc="20" dirty="0">
                <a:latin typeface="Comic Sans MS"/>
                <a:cs typeface="Comic Sans MS"/>
              </a:rPr>
              <a:t> </a:t>
            </a:r>
            <a:r>
              <a:rPr sz="1650" spc="-20" dirty="0">
                <a:latin typeface="Comic Sans MS"/>
                <a:cs typeface="Comic Sans MS"/>
              </a:rPr>
              <a:t>can.</a:t>
            </a:r>
            <a:endParaRPr sz="1650">
              <a:latin typeface="Comic Sans MS"/>
              <a:cs typeface="Comic Sans MS"/>
            </a:endParaRPr>
          </a:p>
          <a:p>
            <a:pPr marL="926465" indent="-410845">
              <a:lnSpc>
                <a:spcPct val="100000"/>
              </a:lnSpc>
              <a:spcBef>
                <a:spcPts val="1175"/>
              </a:spcBef>
              <a:buSzPct val="78787"/>
              <a:buFont typeface="Tahoma"/>
              <a:buChar char="●"/>
              <a:tabLst>
                <a:tab pos="926465" algn="l"/>
              </a:tabLst>
            </a:pPr>
            <a:r>
              <a:rPr sz="1650" b="1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  <a:hlinkClick r:id="rId4"/>
              </a:rPr>
              <a:t>Preload</a:t>
            </a:r>
            <a:r>
              <a:rPr sz="1650" b="1" dirty="0">
                <a:latin typeface="Comic Sans MS"/>
                <a:cs typeface="Comic Sans MS"/>
              </a:rPr>
              <a:t>:</a:t>
            </a:r>
            <a:r>
              <a:rPr sz="1650" b="1" spc="30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It</a:t>
            </a:r>
            <a:r>
              <a:rPr sz="1650" spc="45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intends</a:t>
            </a:r>
            <a:r>
              <a:rPr sz="1650" spc="15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to</a:t>
            </a:r>
            <a:r>
              <a:rPr sz="1650" spc="35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provide a</a:t>
            </a:r>
            <a:r>
              <a:rPr sz="1650" spc="25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hint</a:t>
            </a:r>
            <a:r>
              <a:rPr sz="1650" spc="30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to</a:t>
            </a:r>
            <a:r>
              <a:rPr sz="1650" spc="30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the</a:t>
            </a:r>
            <a:r>
              <a:rPr sz="1650" spc="40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browser</a:t>
            </a:r>
            <a:r>
              <a:rPr sz="1650" spc="10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about</a:t>
            </a:r>
            <a:r>
              <a:rPr sz="1650" spc="40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what</a:t>
            </a:r>
            <a:r>
              <a:rPr sz="1650" spc="30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the</a:t>
            </a:r>
            <a:r>
              <a:rPr sz="1650" spc="25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author</a:t>
            </a:r>
            <a:r>
              <a:rPr sz="1650" spc="35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thinks</a:t>
            </a:r>
            <a:r>
              <a:rPr sz="1650" spc="40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will</a:t>
            </a:r>
            <a:r>
              <a:rPr sz="1650" spc="25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lead</a:t>
            </a:r>
            <a:r>
              <a:rPr sz="1650" spc="25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to</a:t>
            </a:r>
            <a:r>
              <a:rPr sz="1650" spc="30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the</a:t>
            </a:r>
            <a:r>
              <a:rPr sz="1650" spc="35" dirty="0">
                <a:latin typeface="Comic Sans MS"/>
                <a:cs typeface="Comic Sans MS"/>
              </a:rPr>
              <a:t> </a:t>
            </a:r>
            <a:r>
              <a:rPr sz="1650" spc="-20" dirty="0">
                <a:latin typeface="Comic Sans MS"/>
                <a:cs typeface="Comic Sans MS"/>
              </a:rPr>
              <a:t>best</a:t>
            </a:r>
            <a:endParaRPr sz="1650">
              <a:latin typeface="Comic Sans MS"/>
              <a:cs typeface="Comic Sans MS"/>
            </a:endParaRPr>
          </a:p>
          <a:p>
            <a:pPr marL="927100">
              <a:lnSpc>
                <a:spcPct val="100000"/>
              </a:lnSpc>
              <a:spcBef>
                <a:spcPts val="1190"/>
              </a:spcBef>
            </a:pPr>
            <a:r>
              <a:rPr sz="1650" dirty="0">
                <a:latin typeface="Comic Sans MS"/>
                <a:cs typeface="Comic Sans MS"/>
              </a:rPr>
              <a:t>user</a:t>
            </a:r>
            <a:r>
              <a:rPr sz="1650" spc="25" dirty="0">
                <a:latin typeface="Comic Sans MS"/>
                <a:cs typeface="Comic Sans MS"/>
              </a:rPr>
              <a:t> </a:t>
            </a:r>
            <a:r>
              <a:rPr sz="1650" spc="-10" dirty="0">
                <a:latin typeface="Comic Sans MS"/>
                <a:cs typeface="Comic Sans MS"/>
              </a:rPr>
              <a:t>experience.</a:t>
            </a:r>
            <a:endParaRPr sz="165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7887" y="5442915"/>
            <a:ext cx="6188710" cy="2800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23545" indent="-410845">
              <a:lnSpc>
                <a:spcPct val="100000"/>
              </a:lnSpc>
              <a:spcBef>
                <a:spcPts val="114"/>
              </a:spcBef>
              <a:buSzPct val="78787"/>
              <a:buFont typeface="Tahoma"/>
              <a:buChar char="●"/>
              <a:tabLst>
                <a:tab pos="423545" algn="l"/>
              </a:tabLst>
            </a:pPr>
            <a:r>
              <a:rPr sz="1650" b="1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  <a:hlinkClick r:id="rId5"/>
              </a:rPr>
              <a:t>Loop</a:t>
            </a:r>
            <a:r>
              <a:rPr sz="1650" b="1" dirty="0">
                <a:latin typeface="Comic Sans MS"/>
                <a:cs typeface="Comic Sans MS"/>
              </a:rPr>
              <a:t>:</a:t>
            </a:r>
            <a:r>
              <a:rPr sz="1650" b="1" spc="20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It</a:t>
            </a:r>
            <a:r>
              <a:rPr sz="1650" spc="20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tells</a:t>
            </a:r>
            <a:r>
              <a:rPr sz="1650" spc="35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the</a:t>
            </a:r>
            <a:r>
              <a:rPr sz="1650" spc="25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browser</a:t>
            </a:r>
            <a:r>
              <a:rPr sz="1650" spc="5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to</a:t>
            </a:r>
            <a:r>
              <a:rPr sz="1650" spc="35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automatically</a:t>
            </a:r>
            <a:r>
              <a:rPr sz="1650" spc="40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loop</a:t>
            </a:r>
            <a:r>
              <a:rPr sz="1650" spc="20" dirty="0">
                <a:latin typeface="Comic Sans MS"/>
                <a:cs typeface="Comic Sans MS"/>
              </a:rPr>
              <a:t> </a:t>
            </a:r>
            <a:r>
              <a:rPr sz="1650" dirty="0">
                <a:latin typeface="Comic Sans MS"/>
                <a:cs typeface="Comic Sans MS"/>
              </a:rPr>
              <a:t>the</a:t>
            </a:r>
            <a:r>
              <a:rPr sz="1650" spc="15" dirty="0">
                <a:latin typeface="Comic Sans MS"/>
                <a:cs typeface="Comic Sans MS"/>
              </a:rPr>
              <a:t> </a:t>
            </a:r>
            <a:r>
              <a:rPr sz="1650" spc="-10" dirty="0">
                <a:latin typeface="Comic Sans MS"/>
                <a:cs typeface="Comic Sans MS"/>
              </a:rPr>
              <a:t>video.</a:t>
            </a:r>
            <a:endParaRPr sz="1650">
              <a:latin typeface="Comic Sans MS"/>
              <a:cs typeface="Comic Sans MS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419094" y="3622865"/>
          <a:ext cx="7261859" cy="1506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1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spc="-10" dirty="0">
                          <a:latin typeface="Comic Sans MS"/>
                          <a:cs typeface="Comic Sans MS"/>
                        </a:rPr>
                        <a:t>VALUE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69215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  <a:solidFill>
                      <a:srgbClr val="F6F6F9"/>
                    </a:solidFill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spc="-10" dirty="0">
                          <a:latin typeface="Comic Sans MS"/>
                          <a:cs typeface="Comic Sans MS"/>
                        </a:rPr>
                        <a:t>DESCRIPTION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69215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  <a:solidFill>
                      <a:srgbClr val="F6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spc="-20" dirty="0">
                          <a:latin typeface="Comic Sans MS"/>
                          <a:cs typeface="Comic Sans MS"/>
                        </a:rPr>
                        <a:t>auto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69215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dirty="0">
                          <a:latin typeface="Comic Sans MS"/>
                          <a:cs typeface="Comic Sans MS"/>
                        </a:rPr>
                        <a:t>Loads</a:t>
                      </a:r>
                      <a:r>
                        <a:rPr sz="1800" spc="-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the</a:t>
                      </a:r>
                      <a:r>
                        <a:rPr sz="1800" spc="-3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entire</a:t>
                      </a:r>
                      <a:r>
                        <a:rPr sz="1800" spc="-3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video</a:t>
                      </a:r>
                      <a:r>
                        <a:rPr sz="1800" spc="-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file</a:t>
                      </a:r>
                      <a:r>
                        <a:rPr sz="1800" spc="-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when</a:t>
                      </a:r>
                      <a:r>
                        <a:rPr sz="1800" spc="-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the</a:t>
                      </a:r>
                      <a:r>
                        <a:rPr sz="1800" spc="-3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page</a:t>
                      </a:r>
                      <a:r>
                        <a:rPr sz="1800" spc="-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spc="-10" dirty="0">
                          <a:latin typeface="Comic Sans MS"/>
                          <a:cs typeface="Comic Sans MS"/>
                        </a:rPr>
                        <a:t>loads.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69215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spc="-10" dirty="0">
                          <a:latin typeface="Comic Sans MS"/>
                          <a:cs typeface="Comic Sans MS"/>
                        </a:rPr>
                        <a:t>metadata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69215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dirty="0">
                          <a:latin typeface="Comic Sans MS"/>
                          <a:cs typeface="Comic Sans MS"/>
                        </a:rPr>
                        <a:t>Only</a:t>
                      </a:r>
                      <a:r>
                        <a:rPr sz="1800" spc="-5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loads</a:t>
                      </a:r>
                      <a:r>
                        <a:rPr sz="1800" spc="-1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video</a:t>
                      </a:r>
                      <a:r>
                        <a:rPr sz="1800" spc="-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metadata</a:t>
                      </a:r>
                      <a:r>
                        <a:rPr sz="1800" spc="-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when</a:t>
                      </a:r>
                      <a:r>
                        <a:rPr sz="1800" spc="-3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the</a:t>
                      </a:r>
                      <a:r>
                        <a:rPr sz="1800" spc="-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page</a:t>
                      </a:r>
                      <a:r>
                        <a:rPr sz="1800" spc="-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spc="-10" dirty="0">
                          <a:latin typeface="Comic Sans MS"/>
                          <a:cs typeface="Comic Sans MS"/>
                        </a:rPr>
                        <a:t>loads.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69215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49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spc="-20" dirty="0">
                          <a:latin typeface="Comic Sans MS"/>
                          <a:cs typeface="Comic Sans MS"/>
                        </a:rPr>
                        <a:t>none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69215" marB="0">
                    <a:lnT w="9525">
                      <a:solidFill>
                        <a:srgbClr val="DEE1E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dirty="0">
                          <a:latin typeface="Comic Sans MS"/>
                          <a:cs typeface="Comic Sans MS"/>
                        </a:rPr>
                        <a:t>Indicates</a:t>
                      </a:r>
                      <a:r>
                        <a:rPr sz="1800" spc="-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that</a:t>
                      </a:r>
                      <a:r>
                        <a:rPr sz="1800" spc="-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the</a:t>
                      </a:r>
                      <a:r>
                        <a:rPr sz="1800" spc="-3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video</a:t>
                      </a:r>
                      <a:r>
                        <a:rPr sz="1800" spc="-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file</a:t>
                      </a:r>
                      <a:r>
                        <a:rPr sz="1800" spc="-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will</a:t>
                      </a:r>
                      <a:r>
                        <a:rPr sz="1800" spc="-3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not</a:t>
                      </a:r>
                      <a:r>
                        <a:rPr sz="1800" spc="-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be</a:t>
                      </a:r>
                      <a:r>
                        <a:rPr sz="1800" spc="-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spc="-10" dirty="0">
                          <a:latin typeface="Comic Sans MS"/>
                          <a:cs typeface="Comic Sans MS"/>
                        </a:rPr>
                        <a:t>preloaded.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69215" marB="0">
                    <a:lnT w="9525">
                      <a:solidFill>
                        <a:srgbClr val="DEE1E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7407" y="1539620"/>
            <a:ext cx="10392410" cy="3818254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490"/>
              </a:spcBef>
              <a:buSzPct val="54166"/>
              <a:buFont typeface="Tahoma"/>
              <a:buChar char="●"/>
              <a:tabLst>
                <a:tab pos="469265" algn="l"/>
              </a:tabLst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  <a:hlinkClick r:id="rId2"/>
              </a:rPr>
              <a:t>height</a:t>
            </a:r>
            <a:r>
              <a:rPr sz="2400" b="1" dirty="0">
                <a:latin typeface="Comic Sans MS"/>
                <a:cs typeface="Comic Sans MS"/>
              </a:rPr>
              <a:t>:</a:t>
            </a:r>
            <a:r>
              <a:rPr sz="2400" b="1" spc="-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It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sets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height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of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video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in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CSS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pixels.</a:t>
            </a:r>
            <a:endParaRPr sz="2400">
              <a:latin typeface="Comic Sans MS"/>
              <a:cs typeface="Comic Sans MS"/>
            </a:endParaRPr>
          </a:p>
          <a:p>
            <a:pPr marL="469265" indent="-456565">
              <a:lnSpc>
                <a:spcPct val="100000"/>
              </a:lnSpc>
              <a:spcBef>
                <a:spcPts val="1395"/>
              </a:spcBef>
              <a:buSzPct val="54166"/>
              <a:buFont typeface="Tahoma"/>
              <a:buChar char="●"/>
              <a:tabLst>
                <a:tab pos="469265" algn="l"/>
              </a:tabLst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  <a:hlinkClick r:id="rId3"/>
              </a:rPr>
              <a:t>width</a:t>
            </a:r>
            <a:r>
              <a:rPr sz="2400" b="1" dirty="0">
                <a:latin typeface="Comic Sans MS"/>
                <a:cs typeface="Comic Sans MS"/>
              </a:rPr>
              <a:t>:</a:t>
            </a:r>
            <a:r>
              <a:rPr sz="2400" b="1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It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sets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width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of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video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in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CSS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pixels.</a:t>
            </a:r>
            <a:endParaRPr sz="2400">
              <a:latin typeface="Comic Sans MS"/>
              <a:cs typeface="Comic Sans MS"/>
            </a:endParaRPr>
          </a:p>
          <a:p>
            <a:pPr marL="469265" indent="-456565">
              <a:lnSpc>
                <a:spcPct val="100000"/>
              </a:lnSpc>
              <a:spcBef>
                <a:spcPts val="1380"/>
              </a:spcBef>
              <a:buSzPct val="54166"/>
              <a:buFont typeface="Tahoma"/>
              <a:buChar char="●"/>
              <a:tabLst>
                <a:tab pos="469265" algn="l"/>
              </a:tabLst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  <a:hlinkClick r:id="rId4"/>
              </a:rPr>
              <a:t>Controls:</a:t>
            </a:r>
            <a:r>
              <a:rPr sz="2400" b="1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It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shows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default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video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controls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like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play,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pause,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volume,</a:t>
            </a:r>
            <a:endParaRPr sz="2400">
              <a:latin typeface="Comic Sans MS"/>
              <a:cs typeface="Comic Sans MS"/>
            </a:endParaRPr>
          </a:p>
          <a:p>
            <a:pPr marL="469900">
              <a:lnSpc>
                <a:spcPct val="100000"/>
              </a:lnSpc>
              <a:spcBef>
                <a:spcPts val="1380"/>
              </a:spcBef>
            </a:pPr>
            <a:r>
              <a:rPr sz="2400" spc="-20" dirty="0">
                <a:latin typeface="Comic Sans MS"/>
                <a:cs typeface="Comic Sans MS"/>
              </a:rPr>
              <a:t>etc.</a:t>
            </a:r>
            <a:endParaRPr sz="2400">
              <a:latin typeface="Comic Sans MS"/>
              <a:cs typeface="Comic Sans MS"/>
            </a:endParaRPr>
          </a:p>
          <a:p>
            <a:pPr marL="469265" indent="-456565">
              <a:lnSpc>
                <a:spcPct val="100000"/>
              </a:lnSpc>
              <a:spcBef>
                <a:spcPts val="1380"/>
              </a:spcBef>
              <a:buSzPct val="54166"/>
              <a:buFont typeface="Tahoma"/>
              <a:buChar char="●"/>
              <a:tabLst>
                <a:tab pos="469265" algn="l"/>
              </a:tabLst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  <a:hlinkClick r:id="rId5"/>
              </a:rPr>
              <a:t>Muted</a:t>
            </a:r>
            <a:r>
              <a:rPr sz="2400" b="1" dirty="0">
                <a:latin typeface="Comic Sans MS"/>
                <a:cs typeface="Comic Sans MS"/>
              </a:rPr>
              <a:t>:</a:t>
            </a:r>
            <a:r>
              <a:rPr sz="2400" b="1" spc="-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It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mutes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audio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from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video.</a:t>
            </a:r>
            <a:endParaRPr sz="2400">
              <a:latin typeface="Comic Sans MS"/>
              <a:cs typeface="Comic Sans MS"/>
            </a:endParaRPr>
          </a:p>
          <a:p>
            <a:pPr marL="469265" indent="-456565">
              <a:lnSpc>
                <a:spcPct val="100000"/>
              </a:lnSpc>
              <a:spcBef>
                <a:spcPts val="1380"/>
              </a:spcBef>
              <a:buSzPct val="54166"/>
              <a:buFont typeface="Tahoma"/>
              <a:buChar char="●"/>
              <a:tabLst>
                <a:tab pos="469265" algn="l"/>
              </a:tabLst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  <a:hlinkClick r:id="rId6"/>
              </a:rPr>
              <a:t>Poster</a:t>
            </a:r>
            <a:r>
              <a:rPr sz="2400" b="1" dirty="0">
                <a:latin typeface="Comic Sans MS"/>
                <a:cs typeface="Comic Sans MS"/>
              </a:rPr>
              <a:t>:</a:t>
            </a:r>
            <a:r>
              <a:rPr sz="2400" b="1" spc="-7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It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loads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an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image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to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preview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before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loading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of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video.</a:t>
            </a:r>
            <a:endParaRPr sz="2400">
              <a:latin typeface="Comic Sans MS"/>
              <a:cs typeface="Comic Sans MS"/>
            </a:endParaRPr>
          </a:p>
          <a:p>
            <a:pPr marL="469265" indent="-456565">
              <a:lnSpc>
                <a:spcPct val="100000"/>
              </a:lnSpc>
              <a:spcBef>
                <a:spcPts val="1395"/>
              </a:spcBef>
              <a:buSzPct val="54166"/>
              <a:buFont typeface="Tahoma"/>
              <a:buChar char="●"/>
              <a:tabLst>
                <a:tab pos="469265" algn="l"/>
              </a:tabLst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  <a:hlinkClick r:id="rId7"/>
              </a:rPr>
              <a:t>src</a:t>
            </a:r>
            <a:r>
              <a:rPr sz="2400" b="1" dirty="0">
                <a:latin typeface="Comic Sans MS"/>
                <a:cs typeface="Comic Sans MS"/>
              </a:rPr>
              <a:t>:</a:t>
            </a:r>
            <a:r>
              <a:rPr sz="2400" b="1" spc="-4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It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is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used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to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specify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URL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of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video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file.</a:t>
            </a:r>
            <a:endParaRPr sz="2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967" y="517905"/>
            <a:ext cx="30041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solidFill>
                  <a:srgbClr val="FF0000"/>
                </a:solidFill>
                <a:latin typeface="Comic Sans MS"/>
                <a:cs typeface="Comic Sans MS"/>
              </a:rPr>
              <a:t>&lt;video&gt;</a:t>
            </a:r>
            <a:r>
              <a:rPr b="1" spc="-1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b="1" spc="-10" dirty="0">
                <a:solidFill>
                  <a:srgbClr val="FF0000"/>
                </a:solidFill>
                <a:latin typeface="Comic Sans MS"/>
                <a:cs typeface="Comic Sans MS"/>
              </a:rPr>
              <a:t>example: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4967" y="963523"/>
            <a:ext cx="5622290" cy="484251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sz="2000" dirty="0">
                <a:latin typeface="Comic Sans MS"/>
                <a:cs typeface="Comic Sans MS"/>
              </a:rPr>
              <a:t>&lt;!DOCTYPE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html&gt;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2000" spc="-10" dirty="0">
                <a:latin typeface="Comic Sans MS"/>
                <a:cs typeface="Comic Sans MS"/>
              </a:rPr>
              <a:t>&lt;html&gt;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00" spc="-10" dirty="0">
                <a:latin typeface="Comic Sans MS"/>
                <a:cs typeface="Comic Sans MS"/>
              </a:rPr>
              <a:t>&lt;body&gt;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00" dirty="0">
                <a:latin typeface="Comic Sans MS"/>
                <a:cs typeface="Comic Sans MS"/>
              </a:rPr>
              <a:t>&lt;h1&gt;The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video</a:t>
            </a:r>
            <a:r>
              <a:rPr sz="2000" spc="-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loop</a:t>
            </a:r>
            <a:r>
              <a:rPr sz="2000" spc="-10" dirty="0">
                <a:latin typeface="Comic Sans MS"/>
                <a:cs typeface="Comic Sans MS"/>
              </a:rPr>
              <a:t> attribute&lt;/h1&gt;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2000" dirty="0">
                <a:latin typeface="Comic Sans MS"/>
                <a:cs typeface="Comic Sans MS"/>
              </a:rPr>
              <a:t>&lt;video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width="320"</a:t>
            </a:r>
            <a:r>
              <a:rPr sz="2000" spc="-5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height="240"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controls</a:t>
            </a:r>
            <a:r>
              <a:rPr sz="2000" spc="-6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loop&gt;</a:t>
            </a:r>
            <a:endParaRPr sz="2000">
              <a:latin typeface="Comic Sans MS"/>
              <a:cs typeface="Comic Sans MS"/>
            </a:endParaRPr>
          </a:p>
          <a:p>
            <a:pPr marL="165100">
              <a:lnSpc>
                <a:spcPct val="100000"/>
              </a:lnSpc>
              <a:spcBef>
                <a:spcPts val="1395"/>
              </a:spcBef>
            </a:pPr>
            <a:r>
              <a:rPr sz="2000" dirty="0">
                <a:latin typeface="Comic Sans MS"/>
                <a:cs typeface="Comic Sans MS"/>
              </a:rPr>
              <a:t>&lt;source</a:t>
            </a:r>
            <a:r>
              <a:rPr sz="2000" spc="-5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src="movie.mp4"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type="video/mp4"&gt;</a:t>
            </a:r>
            <a:endParaRPr sz="2000">
              <a:latin typeface="Comic Sans MS"/>
              <a:cs typeface="Comic Sans MS"/>
            </a:endParaRPr>
          </a:p>
          <a:p>
            <a:pPr marL="165100">
              <a:lnSpc>
                <a:spcPct val="100000"/>
              </a:lnSpc>
              <a:spcBef>
                <a:spcPts val="1390"/>
              </a:spcBef>
            </a:pPr>
            <a:r>
              <a:rPr sz="2000" dirty="0">
                <a:latin typeface="Comic Sans MS"/>
                <a:cs typeface="Comic Sans MS"/>
              </a:rPr>
              <a:t>&lt;source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src="movie.ogg"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type="video/ogg"&gt;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00" spc="-10" dirty="0">
                <a:latin typeface="Comic Sans MS"/>
                <a:cs typeface="Comic Sans MS"/>
              </a:rPr>
              <a:t>&lt;/video&gt;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2000" spc="-10" dirty="0">
                <a:latin typeface="Comic Sans MS"/>
                <a:cs typeface="Comic Sans MS"/>
              </a:rPr>
              <a:t>&lt;/body&gt;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00" spc="-10" dirty="0">
                <a:latin typeface="Comic Sans MS"/>
                <a:cs typeface="Comic Sans MS"/>
              </a:rPr>
              <a:t>&lt;/html&gt;</a:t>
            </a:r>
            <a:endParaRPr sz="2000">
              <a:latin typeface="Comic Sans MS"/>
              <a:cs typeface="Comic Sans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8503" y="700531"/>
            <a:ext cx="4279900" cy="38608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4487" y="200609"/>
            <a:ext cx="35947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25575" algn="l"/>
              </a:tabLst>
            </a:pPr>
            <a:r>
              <a:rPr sz="4000" spc="-10" dirty="0"/>
              <a:t>Block</a:t>
            </a:r>
            <a:r>
              <a:rPr sz="4000" dirty="0"/>
              <a:t>	</a:t>
            </a:r>
            <a:r>
              <a:rPr sz="4000" spc="-10" dirty="0"/>
              <a:t>Elements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46887" y="1275715"/>
            <a:ext cx="11051540" cy="4384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SzPct val="81818"/>
              <a:buFont typeface="Tahoma"/>
              <a:buChar char="●"/>
              <a:tabLst>
                <a:tab pos="469265" algn="l"/>
              </a:tabLst>
            </a:pPr>
            <a:r>
              <a:rPr sz="2200" dirty="0">
                <a:latin typeface="Comic Sans MS"/>
                <a:cs typeface="Comic Sans MS"/>
              </a:rPr>
              <a:t>The</a:t>
            </a:r>
            <a:r>
              <a:rPr sz="2200" spc="-45" dirty="0"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div</a:t>
            </a:r>
            <a:r>
              <a:rPr sz="2200" spc="-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and</a:t>
            </a:r>
            <a:r>
              <a:rPr sz="2200" spc="-6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p</a:t>
            </a:r>
            <a:r>
              <a:rPr sz="2200" spc="-5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elements</a:t>
            </a:r>
            <a:r>
              <a:rPr sz="2200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are</a:t>
            </a:r>
            <a:r>
              <a:rPr sz="2200" spc="-5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block</a:t>
            </a:r>
            <a:r>
              <a:rPr sz="2200" spc="-5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elements(&lt;div&gt;</a:t>
            </a:r>
            <a:r>
              <a:rPr sz="2200" spc="-20" dirty="0">
                <a:latin typeface="Comic Sans MS"/>
                <a:cs typeface="Comic Sans MS"/>
              </a:rPr>
              <a:t> &lt;p&gt;)</a:t>
            </a:r>
            <a:endParaRPr sz="2200">
              <a:latin typeface="Comic Sans MS"/>
              <a:cs typeface="Comic Sans MS"/>
            </a:endParaRPr>
          </a:p>
          <a:p>
            <a:pPr marL="469265" indent="-456565">
              <a:lnSpc>
                <a:spcPct val="100000"/>
              </a:lnSpc>
              <a:spcBef>
                <a:spcPts val="2640"/>
              </a:spcBef>
              <a:buSzPct val="81818"/>
              <a:buFont typeface="Tahoma"/>
              <a:buChar char="●"/>
              <a:tabLst>
                <a:tab pos="469265" algn="l"/>
              </a:tabLst>
            </a:pP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blockquote</a:t>
            </a:r>
            <a:r>
              <a:rPr sz="2200" spc="-1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omic Sans MS"/>
                <a:cs typeface="Comic Sans MS"/>
              </a:rPr>
              <a:t>element</a:t>
            </a:r>
            <a:r>
              <a:rPr sz="2200" spc="-10" dirty="0">
                <a:latin typeface="Comic Sans MS"/>
                <a:cs typeface="Comic Sans MS"/>
              </a:rPr>
              <a:t>(&lt;blockquote&gt;)</a:t>
            </a:r>
            <a:endParaRPr sz="2200">
              <a:latin typeface="Comic Sans MS"/>
              <a:cs typeface="Comic Sans MS"/>
            </a:endParaRPr>
          </a:p>
          <a:p>
            <a:pPr marL="1078865" lvl="1" indent="-423545">
              <a:lnSpc>
                <a:spcPct val="100000"/>
              </a:lnSpc>
              <a:spcBef>
                <a:spcPts val="2640"/>
              </a:spcBef>
              <a:buSzPct val="63636"/>
              <a:buFont typeface="Tahoma"/>
              <a:buChar char="○"/>
              <a:tabLst>
                <a:tab pos="1078865" algn="l"/>
                <a:tab pos="2010410" algn="l"/>
                <a:tab pos="3757295" algn="l"/>
                <a:tab pos="4648835" algn="l"/>
                <a:tab pos="5374005" algn="l"/>
                <a:tab pos="5781040" algn="l"/>
                <a:tab pos="7012940" algn="l"/>
                <a:tab pos="8238490" algn="l"/>
                <a:tab pos="10151110" algn="l"/>
              </a:tabLst>
            </a:pPr>
            <a:r>
              <a:rPr sz="2200" spc="-20" dirty="0">
                <a:latin typeface="Comic Sans MS"/>
                <a:cs typeface="Comic Sans MS"/>
              </a:rPr>
              <a:t>HTML</a:t>
            </a:r>
            <a:r>
              <a:rPr sz="2200" dirty="0">
                <a:latin typeface="Comic Sans MS"/>
                <a:cs typeface="Comic Sans MS"/>
              </a:rPr>
              <a:t>	</a:t>
            </a:r>
            <a:r>
              <a:rPr sz="2200" spc="-10" dirty="0">
                <a:latin typeface="Comic Sans MS"/>
                <a:cs typeface="Comic Sans MS"/>
              </a:rPr>
              <a:t>&lt;blockquote&gt;</a:t>
            </a:r>
            <a:r>
              <a:rPr sz="2200" dirty="0">
                <a:latin typeface="Comic Sans MS"/>
                <a:cs typeface="Comic Sans MS"/>
              </a:rPr>
              <a:t>	tag</a:t>
            </a:r>
            <a:r>
              <a:rPr sz="2200" spc="325" dirty="0">
                <a:latin typeface="Comic Sans MS"/>
                <a:cs typeface="Comic Sans MS"/>
              </a:rPr>
              <a:t> </a:t>
            </a:r>
            <a:r>
              <a:rPr sz="2200" spc="-25" dirty="0">
                <a:latin typeface="Comic Sans MS"/>
                <a:cs typeface="Comic Sans MS"/>
              </a:rPr>
              <a:t>is</a:t>
            </a:r>
            <a:r>
              <a:rPr sz="2200" dirty="0">
                <a:latin typeface="Comic Sans MS"/>
                <a:cs typeface="Comic Sans MS"/>
              </a:rPr>
              <a:t>	</a:t>
            </a:r>
            <a:r>
              <a:rPr sz="2200" spc="-20" dirty="0">
                <a:latin typeface="Comic Sans MS"/>
                <a:cs typeface="Comic Sans MS"/>
              </a:rPr>
              <a:t>used</a:t>
            </a:r>
            <a:r>
              <a:rPr sz="2200" dirty="0">
                <a:latin typeface="Comic Sans MS"/>
                <a:cs typeface="Comic Sans MS"/>
              </a:rPr>
              <a:t>	</a:t>
            </a:r>
            <a:r>
              <a:rPr sz="2200" spc="-25" dirty="0">
                <a:latin typeface="Comic Sans MS"/>
                <a:cs typeface="Comic Sans MS"/>
              </a:rPr>
              <a:t>to</a:t>
            </a:r>
            <a:r>
              <a:rPr sz="2200" dirty="0">
                <a:latin typeface="Comic Sans MS"/>
                <a:cs typeface="Comic Sans MS"/>
              </a:rPr>
              <a:t>	define</a:t>
            </a:r>
            <a:r>
              <a:rPr sz="2200" spc="325" dirty="0">
                <a:latin typeface="Comic Sans MS"/>
                <a:cs typeface="Comic Sans MS"/>
              </a:rPr>
              <a:t> </a:t>
            </a:r>
            <a:r>
              <a:rPr sz="2200" spc="-50" dirty="0">
                <a:latin typeface="Comic Sans MS"/>
                <a:cs typeface="Comic Sans MS"/>
              </a:rPr>
              <a:t>a</a:t>
            </a:r>
            <a:r>
              <a:rPr sz="2200" dirty="0">
                <a:latin typeface="Comic Sans MS"/>
                <a:cs typeface="Comic Sans MS"/>
              </a:rPr>
              <a:t>	block</a:t>
            </a:r>
            <a:r>
              <a:rPr sz="2200" spc="265" dirty="0">
                <a:latin typeface="Comic Sans MS"/>
                <a:cs typeface="Comic Sans MS"/>
              </a:rPr>
              <a:t> </a:t>
            </a:r>
            <a:r>
              <a:rPr sz="2200" spc="-25" dirty="0">
                <a:latin typeface="Comic Sans MS"/>
                <a:cs typeface="Comic Sans MS"/>
              </a:rPr>
              <a:t>of</a:t>
            </a:r>
            <a:r>
              <a:rPr sz="2200" dirty="0">
                <a:latin typeface="Comic Sans MS"/>
                <a:cs typeface="Comic Sans MS"/>
              </a:rPr>
              <a:t>	text</a:t>
            </a:r>
            <a:r>
              <a:rPr sz="2200" spc="29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which</a:t>
            </a:r>
            <a:r>
              <a:rPr sz="2200" spc="295" dirty="0">
                <a:latin typeface="Comic Sans MS"/>
                <a:cs typeface="Comic Sans MS"/>
              </a:rPr>
              <a:t> </a:t>
            </a:r>
            <a:r>
              <a:rPr sz="2200" spc="-25" dirty="0">
                <a:latin typeface="Comic Sans MS"/>
                <a:cs typeface="Comic Sans MS"/>
              </a:rPr>
              <a:t>is</a:t>
            </a:r>
            <a:r>
              <a:rPr sz="2200" dirty="0">
                <a:latin typeface="Comic Sans MS"/>
                <a:cs typeface="Comic Sans MS"/>
              </a:rPr>
              <a:t>	</a:t>
            </a:r>
            <a:r>
              <a:rPr sz="2200" spc="-10" dirty="0">
                <a:latin typeface="Comic Sans MS"/>
                <a:cs typeface="Comic Sans MS"/>
              </a:rPr>
              <a:t>quoted</a:t>
            </a:r>
            <a:endParaRPr sz="2200">
              <a:latin typeface="Comic Sans MS"/>
              <a:cs typeface="Comic Sans MS"/>
            </a:endParaRPr>
          </a:p>
          <a:p>
            <a:pPr marL="1079500">
              <a:lnSpc>
                <a:spcPct val="100000"/>
              </a:lnSpc>
              <a:spcBef>
                <a:spcPts val="2640"/>
              </a:spcBef>
              <a:tabLst>
                <a:tab pos="1903730" algn="l"/>
                <a:tab pos="3106420" algn="l"/>
                <a:tab pos="4222115" algn="l"/>
                <a:tab pos="4911090" algn="l"/>
                <a:tab pos="6169660" algn="l"/>
                <a:tab pos="7225030" algn="l"/>
                <a:tab pos="8437880" algn="l"/>
                <a:tab pos="9069070" algn="l"/>
                <a:tab pos="10253345" algn="l"/>
              </a:tabLst>
            </a:pPr>
            <a:r>
              <a:rPr sz="2200" spc="-20" dirty="0">
                <a:latin typeface="Comic Sans MS"/>
                <a:cs typeface="Comic Sans MS"/>
              </a:rPr>
              <a:t>from</a:t>
            </a:r>
            <a:r>
              <a:rPr sz="2200" dirty="0">
                <a:latin typeface="Comic Sans MS"/>
                <a:cs typeface="Comic Sans MS"/>
              </a:rPr>
              <a:t>	</a:t>
            </a:r>
            <a:r>
              <a:rPr sz="2200" spc="-10" dirty="0">
                <a:latin typeface="Comic Sans MS"/>
                <a:cs typeface="Comic Sans MS"/>
              </a:rPr>
              <a:t>another</a:t>
            </a:r>
            <a:r>
              <a:rPr sz="2200" dirty="0">
                <a:latin typeface="Comic Sans MS"/>
                <a:cs typeface="Comic Sans MS"/>
              </a:rPr>
              <a:t>	</a:t>
            </a:r>
            <a:r>
              <a:rPr sz="2200" spc="-10" dirty="0">
                <a:latin typeface="Comic Sans MS"/>
                <a:cs typeface="Comic Sans MS"/>
              </a:rPr>
              <a:t>source.</a:t>
            </a:r>
            <a:r>
              <a:rPr sz="2200" dirty="0">
                <a:latin typeface="Comic Sans MS"/>
                <a:cs typeface="Comic Sans MS"/>
              </a:rPr>
              <a:t>	</a:t>
            </a:r>
            <a:r>
              <a:rPr sz="2200" spc="-25" dirty="0">
                <a:latin typeface="Comic Sans MS"/>
                <a:cs typeface="Comic Sans MS"/>
              </a:rPr>
              <a:t>The</a:t>
            </a:r>
            <a:r>
              <a:rPr sz="2200" dirty="0">
                <a:latin typeface="Comic Sans MS"/>
                <a:cs typeface="Comic Sans MS"/>
              </a:rPr>
              <a:t>	</a:t>
            </a:r>
            <a:r>
              <a:rPr sz="2200" spc="-10" dirty="0">
                <a:latin typeface="Comic Sans MS"/>
                <a:cs typeface="Comic Sans MS"/>
              </a:rPr>
              <a:t>Browser</a:t>
            </a:r>
            <a:r>
              <a:rPr sz="2200" dirty="0">
                <a:latin typeface="Comic Sans MS"/>
                <a:cs typeface="Comic Sans MS"/>
              </a:rPr>
              <a:t>	</a:t>
            </a:r>
            <a:r>
              <a:rPr sz="2200" spc="-10" dirty="0">
                <a:latin typeface="Comic Sans MS"/>
                <a:cs typeface="Comic Sans MS"/>
              </a:rPr>
              <a:t>usually</a:t>
            </a:r>
            <a:r>
              <a:rPr sz="2200" dirty="0">
                <a:latin typeface="Comic Sans MS"/>
                <a:cs typeface="Comic Sans MS"/>
              </a:rPr>
              <a:t>	</a:t>
            </a:r>
            <a:r>
              <a:rPr sz="2200" spc="-10" dirty="0">
                <a:latin typeface="Comic Sans MS"/>
                <a:cs typeface="Comic Sans MS"/>
              </a:rPr>
              <a:t>displays</a:t>
            </a:r>
            <a:r>
              <a:rPr sz="2200" dirty="0">
                <a:latin typeface="Comic Sans MS"/>
                <a:cs typeface="Comic Sans MS"/>
              </a:rPr>
              <a:t>	</a:t>
            </a:r>
            <a:r>
              <a:rPr sz="2200" spc="-25" dirty="0">
                <a:latin typeface="Comic Sans MS"/>
                <a:cs typeface="Comic Sans MS"/>
              </a:rPr>
              <a:t>the</a:t>
            </a:r>
            <a:r>
              <a:rPr sz="2200" dirty="0">
                <a:latin typeface="Comic Sans MS"/>
                <a:cs typeface="Comic Sans MS"/>
              </a:rPr>
              <a:t>	</a:t>
            </a:r>
            <a:r>
              <a:rPr sz="2200" spc="-10" dirty="0">
                <a:latin typeface="Comic Sans MS"/>
                <a:cs typeface="Comic Sans MS"/>
              </a:rPr>
              <a:t>content</a:t>
            </a:r>
            <a:r>
              <a:rPr sz="2200" dirty="0">
                <a:latin typeface="Comic Sans MS"/>
                <a:cs typeface="Comic Sans MS"/>
              </a:rPr>
              <a:t>	</a:t>
            </a:r>
            <a:r>
              <a:rPr sz="2200" spc="-10" dirty="0">
                <a:latin typeface="Comic Sans MS"/>
                <a:cs typeface="Comic Sans MS"/>
              </a:rPr>
              <a:t>within</a:t>
            </a:r>
            <a:endParaRPr sz="2200">
              <a:latin typeface="Comic Sans MS"/>
              <a:cs typeface="Comic Sans MS"/>
            </a:endParaRPr>
          </a:p>
          <a:p>
            <a:pPr marL="1079500">
              <a:lnSpc>
                <a:spcPct val="100000"/>
              </a:lnSpc>
              <a:spcBef>
                <a:spcPts val="2645"/>
              </a:spcBef>
            </a:pPr>
            <a:r>
              <a:rPr sz="2200" dirty="0">
                <a:latin typeface="Comic Sans MS"/>
                <a:cs typeface="Comic Sans MS"/>
              </a:rPr>
              <a:t>&lt;blockquote&gt;</a:t>
            </a:r>
            <a:r>
              <a:rPr sz="2200" spc="-2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tag</a:t>
            </a:r>
            <a:r>
              <a:rPr sz="2200" spc="-5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as</a:t>
            </a:r>
            <a:r>
              <a:rPr sz="2200" spc="-4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indented</a:t>
            </a:r>
            <a:r>
              <a:rPr sz="2200" spc="-45" dirty="0">
                <a:latin typeface="Comic Sans MS"/>
                <a:cs typeface="Comic Sans MS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text.</a:t>
            </a:r>
            <a:endParaRPr sz="2200">
              <a:latin typeface="Comic Sans MS"/>
              <a:cs typeface="Comic Sans MS"/>
            </a:endParaRPr>
          </a:p>
          <a:p>
            <a:pPr marL="1079500" marR="5080" lvl="1" indent="-424180">
              <a:lnSpc>
                <a:spcPts val="5280"/>
              </a:lnSpc>
              <a:spcBef>
                <a:spcPts val="415"/>
              </a:spcBef>
              <a:buSzPct val="63636"/>
              <a:buFont typeface="Tahoma"/>
              <a:buChar char="○"/>
              <a:tabLst>
                <a:tab pos="1079500" algn="l"/>
              </a:tabLst>
            </a:pPr>
            <a:r>
              <a:rPr sz="2200" spc="-10" dirty="0">
                <a:latin typeface="Comic Sans MS"/>
                <a:cs typeface="Comic Sans MS"/>
              </a:rPr>
              <a:t>cite-</a:t>
            </a:r>
            <a:r>
              <a:rPr sz="2200" dirty="0">
                <a:latin typeface="Comic Sans MS"/>
                <a:cs typeface="Comic Sans MS"/>
              </a:rPr>
              <a:t>It</a:t>
            </a:r>
            <a:r>
              <a:rPr sz="2200" spc="21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is</a:t>
            </a:r>
            <a:r>
              <a:rPr sz="2200" spc="22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used</a:t>
            </a:r>
            <a:r>
              <a:rPr sz="2200" spc="21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to</a:t>
            </a:r>
            <a:r>
              <a:rPr sz="2200" spc="22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specify</a:t>
            </a:r>
            <a:r>
              <a:rPr sz="2200" spc="22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the</a:t>
            </a:r>
            <a:r>
              <a:rPr sz="2200" spc="21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URL</a:t>
            </a:r>
            <a:r>
              <a:rPr sz="2200" spc="22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of</a:t>
            </a:r>
            <a:r>
              <a:rPr sz="2200" spc="21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the</a:t>
            </a:r>
            <a:r>
              <a:rPr sz="2200" spc="229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source</a:t>
            </a:r>
            <a:r>
              <a:rPr sz="2200" spc="21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from</a:t>
            </a:r>
            <a:r>
              <a:rPr sz="2200" spc="22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where</a:t>
            </a:r>
            <a:r>
              <a:rPr sz="2200" spc="21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the</a:t>
            </a:r>
            <a:r>
              <a:rPr sz="2200" spc="22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quote</a:t>
            </a:r>
            <a:r>
              <a:rPr sz="2200" spc="210" dirty="0">
                <a:latin typeface="Comic Sans MS"/>
                <a:cs typeface="Comic Sans MS"/>
              </a:rPr>
              <a:t> </a:t>
            </a:r>
            <a:r>
              <a:rPr sz="2200" spc="-25" dirty="0">
                <a:latin typeface="Comic Sans MS"/>
                <a:cs typeface="Comic Sans MS"/>
              </a:rPr>
              <a:t>is </a:t>
            </a:r>
            <a:r>
              <a:rPr sz="2200" spc="-10" dirty="0">
                <a:latin typeface="Comic Sans MS"/>
                <a:cs typeface="Comic Sans MS"/>
              </a:rPr>
              <a:t>taken.</a:t>
            </a:r>
            <a:endParaRPr sz="22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887" y="338454"/>
            <a:ext cx="10277475" cy="6007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mic Sans MS"/>
                <a:cs typeface="Comic Sans MS"/>
              </a:rPr>
              <a:t>&lt;!DOCTYPE</a:t>
            </a:r>
            <a:r>
              <a:rPr sz="1800" spc="-65" dirty="0">
                <a:latin typeface="Comic Sans MS"/>
                <a:cs typeface="Comic Sans MS"/>
              </a:rPr>
              <a:t> </a:t>
            </a:r>
            <a:r>
              <a:rPr sz="1800" spc="-20" dirty="0">
                <a:latin typeface="Comic Sans MS"/>
                <a:cs typeface="Comic Sans MS"/>
              </a:rPr>
              <a:t>html&gt;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800" spc="-10" dirty="0">
                <a:latin typeface="Comic Sans MS"/>
                <a:cs typeface="Comic Sans MS"/>
              </a:rPr>
              <a:t>&lt;html&gt;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1800" dirty="0">
                <a:latin typeface="Comic Sans MS"/>
                <a:cs typeface="Comic Sans MS"/>
              </a:rPr>
              <a:t>&lt;head&gt;&lt;meta</a:t>
            </a:r>
            <a:r>
              <a:rPr sz="1800" spc="-6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charset</a:t>
            </a:r>
            <a:r>
              <a:rPr sz="1800" spc="-7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=</a:t>
            </a:r>
            <a:r>
              <a:rPr sz="1800" spc="-70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"utf-</a:t>
            </a:r>
            <a:r>
              <a:rPr sz="1800" spc="-25" dirty="0">
                <a:latin typeface="Comic Sans MS"/>
                <a:cs typeface="Comic Sans MS"/>
              </a:rPr>
              <a:t>8"&gt;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800" dirty="0">
                <a:latin typeface="Comic Sans MS"/>
                <a:cs typeface="Comic Sans MS"/>
              </a:rPr>
              <a:t>&lt;title&gt;block</a:t>
            </a:r>
            <a:r>
              <a:rPr sz="1800" spc="-105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elements&lt;/title&gt;&lt;/head&gt;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800" spc="-10" dirty="0">
                <a:latin typeface="Comic Sans MS"/>
                <a:cs typeface="Comic Sans MS"/>
              </a:rPr>
              <a:t>&lt;body&gt;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1800" dirty="0">
                <a:latin typeface="Comic Sans MS"/>
                <a:cs typeface="Comic Sans MS"/>
              </a:rPr>
              <a:t>&lt;h1&gt;The</a:t>
            </a:r>
            <a:r>
              <a:rPr sz="1800" spc="-9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blockquote</a:t>
            </a:r>
            <a:r>
              <a:rPr sz="1800" spc="-85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element&lt;/h1&gt;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800" dirty="0">
                <a:latin typeface="Comic Sans MS"/>
                <a:cs typeface="Comic Sans MS"/>
              </a:rPr>
              <a:t>&lt;p&gt;Here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is</a:t>
            </a:r>
            <a:r>
              <a:rPr sz="1800" spc="-4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quote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from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WWF's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website:&lt;/p&gt;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&lt;blockquote</a:t>
            </a:r>
            <a:r>
              <a:rPr sz="1800" spc="-10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mic Sans MS"/>
                <a:cs typeface="Comic Sans MS"/>
              </a:rPr>
              <a:t>cite="</a:t>
            </a:r>
            <a:r>
              <a:rPr sz="1800" spc="-10" dirty="0">
                <a:solidFill>
                  <a:srgbClr val="FF0000"/>
                </a:solidFill>
                <a:latin typeface="Comic Sans MS"/>
                <a:cs typeface="Comic Sans MS"/>
                <a:hlinkClick r:id="rId2"/>
              </a:rPr>
              <a:t>http://www.worldwildlife.org/who/index.html"&gt;</a:t>
            </a:r>
            <a:endParaRPr sz="1800">
              <a:latin typeface="Comic Sans MS"/>
              <a:cs typeface="Comic Sans MS"/>
            </a:endParaRPr>
          </a:p>
          <a:p>
            <a:pPr marL="12700" marR="5080">
              <a:lnSpc>
                <a:spcPct val="160000"/>
              </a:lnSpc>
            </a:pPr>
            <a:r>
              <a:rPr sz="1800" dirty="0">
                <a:latin typeface="Comic Sans MS"/>
                <a:cs typeface="Comic Sans MS"/>
              </a:rPr>
              <a:t>For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50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years,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WWF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has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been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protecting</a:t>
            </a:r>
            <a:r>
              <a:rPr sz="1800" spc="-4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the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future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of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nature.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The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world's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leading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conservation </a:t>
            </a:r>
            <a:r>
              <a:rPr sz="1800" dirty="0">
                <a:latin typeface="Comic Sans MS"/>
                <a:cs typeface="Comic Sans MS"/>
              </a:rPr>
              <a:t>organization,</a:t>
            </a:r>
            <a:r>
              <a:rPr sz="1800" spc="-6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WWF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works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in</a:t>
            </a:r>
            <a:r>
              <a:rPr sz="1800" spc="-4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100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countries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and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is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supported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by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1.2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million</a:t>
            </a:r>
            <a:r>
              <a:rPr sz="1800" spc="-6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members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in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the</a:t>
            </a:r>
            <a:r>
              <a:rPr sz="1800" spc="-45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United </a:t>
            </a:r>
            <a:r>
              <a:rPr sz="1800" dirty="0">
                <a:latin typeface="Comic Sans MS"/>
                <a:cs typeface="Comic Sans MS"/>
              </a:rPr>
              <a:t>States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and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close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to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5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million</a:t>
            </a:r>
            <a:r>
              <a:rPr sz="1800" spc="-55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globally.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800" spc="-10" dirty="0">
                <a:solidFill>
                  <a:srgbClr val="FF0000"/>
                </a:solidFill>
                <a:latin typeface="Comic Sans MS"/>
                <a:cs typeface="Comic Sans MS"/>
              </a:rPr>
              <a:t>&lt;/blockquote&gt;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800" spc="-10" dirty="0">
                <a:latin typeface="Comic Sans MS"/>
                <a:cs typeface="Comic Sans MS"/>
              </a:rPr>
              <a:t>&lt;/body&gt;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1800" spc="-10" dirty="0">
                <a:latin typeface="Comic Sans MS"/>
                <a:cs typeface="Comic Sans MS"/>
              </a:rPr>
              <a:t>&lt;/html&gt;</a:t>
            </a:r>
            <a:endParaRPr sz="1800">
              <a:latin typeface="Comic Sans MS"/>
              <a:cs typeface="Comic Sans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93791" y="365355"/>
            <a:ext cx="6039225" cy="199002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4487" y="209753"/>
            <a:ext cx="38938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0000"/>
                </a:solidFill>
              </a:rPr>
              <a:t>Phrasing</a:t>
            </a:r>
            <a:r>
              <a:rPr sz="3600" spc="-10" dirty="0">
                <a:solidFill>
                  <a:srgbClr val="FF0000"/>
                </a:solidFill>
              </a:rPr>
              <a:t> Elements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46887" y="990568"/>
            <a:ext cx="11054080" cy="4892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 algn="just">
              <a:lnSpc>
                <a:spcPct val="140000"/>
              </a:lnSpc>
              <a:spcBef>
                <a:spcPts val="95"/>
              </a:spcBef>
              <a:buSzPct val="81818"/>
              <a:buFont typeface="Tahoma"/>
              <a:buChar char="●"/>
              <a:tabLst>
                <a:tab pos="469900" algn="l"/>
              </a:tabLst>
            </a:pP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Phrasing</a:t>
            </a:r>
            <a:r>
              <a:rPr sz="2200" spc="4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Elements</a:t>
            </a:r>
            <a:r>
              <a:rPr sz="2200" spc="445" dirty="0">
                <a:solidFill>
                  <a:srgbClr val="FF0000"/>
                </a:solidFill>
                <a:latin typeface="Comic Sans MS"/>
                <a:cs typeface="Comic Sans MS"/>
              </a:rPr>
              <a:t>  </a:t>
            </a:r>
            <a:r>
              <a:rPr sz="2200" dirty="0">
                <a:latin typeface="Comic Sans MS"/>
                <a:cs typeface="Comic Sans MS"/>
              </a:rPr>
              <a:t>(&lt;strong&gt;)</a:t>
            </a:r>
            <a:r>
              <a:rPr sz="2200" spc="459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element</a:t>
            </a:r>
            <a:r>
              <a:rPr sz="2200" spc="44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:The</a:t>
            </a:r>
            <a:r>
              <a:rPr sz="2200" spc="465" dirty="0"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006FC0"/>
                </a:solidFill>
                <a:latin typeface="Comic Sans MS"/>
                <a:cs typeface="Comic Sans MS"/>
              </a:rPr>
              <a:t>&lt;strong&gt;</a:t>
            </a:r>
            <a:r>
              <a:rPr sz="2200" spc="465" dirty="0">
                <a:solidFill>
                  <a:srgbClr val="006FC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HTML</a:t>
            </a:r>
            <a:r>
              <a:rPr sz="2200" spc="45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element</a:t>
            </a:r>
            <a:r>
              <a:rPr sz="2200" spc="434" dirty="0">
                <a:latin typeface="Comic Sans MS"/>
                <a:cs typeface="Comic Sans MS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indicates </a:t>
            </a:r>
            <a:r>
              <a:rPr sz="2200" dirty="0">
                <a:latin typeface="Comic Sans MS"/>
                <a:cs typeface="Comic Sans MS"/>
              </a:rPr>
              <a:t>that</a:t>
            </a:r>
            <a:r>
              <a:rPr sz="2200" spc="51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its</a:t>
            </a:r>
            <a:r>
              <a:rPr sz="2200" spc="52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contents</a:t>
            </a:r>
            <a:r>
              <a:rPr sz="2200" spc="509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have</a:t>
            </a:r>
            <a:r>
              <a:rPr sz="2200" spc="52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strong</a:t>
            </a:r>
            <a:r>
              <a:rPr sz="2200" spc="51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importance</a:t>
            </a:r>
            <a:r>
              <a:rPr sz="2200" spc="53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and</a:t>
            </a:r>
            <a:r>
              <a:rPr sz="2200" spc="51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Browsers</a:t>
            </a:r>
            <a:r>
              <a:rPr sz="2200" spc="53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typically</a:t>
            </a:r>
            <a:r>
              <a:rPr sz="2200" spc="52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render</a:t>
            </a:r>
            <a:r>
              <a:rPr sz="2200" spc="530" dirty="0">
                <a:latin typeface="Comic Sans MS"/>
                <a:cs typeface="Comic Sans MS"/>
              </a:rPr>
              <a:t> </a:t>
            </a:r>
            <a:r>
              <a:rPr sz="2200" spc="-25" dirty="0">
                <a:latin typeface="Comic Sans MS"/>
                <a:cs typeface="Comic Sans MS"/>
              </a:rPr>
              <a:t>the </a:t>
            </a:r>
            <a:r>
              <a:rPr sz="2200" dirty="0">
                <a:latin typeface="Comic Sans MS"/>
                <a:cs typeface="Comic Sans MS"/>
              </a:rPr>
              <a:t>contents</a:t>
            </a:r>
            <a:r>
              <a:rPr sz="2200" spc="-4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in</a:t>
            </a:r>
            <a:r>
              <a:rPr sz="2200" spc="-4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bold</a:t>
            </a:r>
            <a:r>
              <a:rPr sz="2200" spc="-40" dirty="0">
                <a:latin typeface="Comic Sans MS"/>
                <a:cs typeface="Comic Sans MS"/>
              </a:rPr>
              <a:t> </a:t>
            </a:r>
            <a:r>
              <a:rPr sz="2200" spc="-20" dirty="0">
                <a:latin typeface="Comic Sans MS"/>
                <a:cs typeface="Comic Sans MS"/>
              </a:rPr>
              <a:t>type</a:t>
            </a:r>
            <a:endParaRPr sz="2200">
              <a:latin typeface="Comic Sans MS"/>
              <a:cs typeface="Comic Sans MS"/>
            </a:endParaRPr>
          </a:p>
          <a:p>
            <a:pPr marL="469265" indent="-456565" algn="just">
              <a:lnSpc>
                <a:spcPct val="100000"/>
              </a:lnSpc>
              <a:spcBef>
                <a:spcPts val="1055"/>
              </a:spcBef>
              <a:buSzPct val="81818"/>
              <a:buFont typeface="Tahoma"/>
              <a:buChar char="●"/>
              <a:tabLst>
                <a:tab pos="469265" algn="l"/>
              </a:tabLst>
            </a:pP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q</a:t>
            </a:r>
            <a:r>
              <a:rPr sz="2200" spc="-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and</a:t>
            </a:r>
            <a:r>
              <a:rPr sz="2200" spc="-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cite</a:t>
            </a:r>
            <a:r>
              <a:rPr sz="2200" spc="-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elements:</a:t>
            </a:r>
            <a:r>
              <a:rPr sz="2200" spc="-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&lt;q&gt;</a:t>
            </a:r>
            <a:r>
              <a:rPr sz="2200" spc="-20" dirty="0">
                <a:solidFill>
                  <a:srgbClr val="FF0000"/>
                </a:solidFill>
                <a:latin typeface="Comic Sans MS"/>
                <a:cs typeface="Comic Sans MS"/>
              </a:rPr>
              <a:t> 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&lt;cite&gt;:</a:t>
            </a:r>
            <a:r>
              <a:rPr sz="2200" spc="-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&lt;cite&gt;</a:t>
            </a:r>
            <a:r>
              <a:rPr sz="2200" spc="-2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tag</a:t>
            </a:r>
            <a:r>
              <a:rPr sz="2200" spc="-2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defines</a:t>
            </a:r>
            <a:r>
              <a:rPr sz="2200" spc="-3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the</a:t>
            </a:r>
            <a:r>
              <a:rPr sz="2200" spc="-2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title</a:t>
            </a:r>
            <a:r>
              <a:rPr sz="2200" spc="-2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of</a:t>
            </a:r>
            <a:r>
              <a:rPr sz="2200" spc="-2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a</a:t>
            </a:r>
            <a:r>
              <a:rPr sz="2200" spc="-2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creative</a:t>
            </a:r>
            <a:r>
              <a:rPr sz="2200" spc="-4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work</a:t>
            </a:r>
            <a:r>
              <a:rPr sz="2200" spc="-20" dirty="0">
                <a:latin typeface="Comic Sans MS"/>
                <a:cs typeface="Comic Sans MS"/>
              </a:rPr>
              <a:t> </a:t>
            </a:r>
            <a:r>
              <a:rPr sz="2200" spc="-25" dirty="0">
                <a:latin typeface="Comic Sans MS"/>
                <a:cs typeface="Comic Sans MS"/>
              </a:rPr>
              <a:t>and</a:t>
            </a:r>
            <a:endParaRPr sz="2200">
              <a:latin typeface="Comic Sans MS"/>
              <a:cs typeface="Comic Sans MS"/>
            </a:endParaRPr>
          </a:p>
          <a:p>
            <a:pPr marL="469900" algn="just">
              <a:lnSpc>
                <a:spcPct val="100000"/>
              </a:lnSpc>
              <a:spcBef>
                <a:spcPts val="1060"/>
              </a:spcBef>
            </a:pPr>
            <a:r>
              <a:rPr sz="2200" dirty="0">
                <a:latin typeface="Comic Sans MS"/>
                <a:cs typeface="Comic Sans MS"/>
              </a:rPr>
              <a:t>&lt;q&gt;</a:t>
            </a:r>
            <a:r>
              <a:rPr sz="2200" spc="-2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tag</a:t>
            </a:r>
            <a:r>
              <a:rPr sz="2200" spc="-3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defines</a:t>
            </a:r>
            <a:r>
              <a:rPr sz="2200" spc="-3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a</a:t>
            </a:r>
            <a:r>
              <a:rPr sz="2200" spc="-2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short</a:t>
            </a:r>
            <a:r>
              <a:rPr sz="2200" spc="-10" dirty="0">
                <a:latin typeface="Comic Sans MS"/>
                <a:cs typeface="Comic Sans MS"/>
              </a:rPr>
              <a:t> quotation.</a:t>
            </a:r>
            <a:endParaRPr sz="2200">
              <a:latin typeface="Comic Sans MS"/>
              <a:cs typeface="Comic Sans MS"/>
            </a:endParaRPr>
          </a:p>
          <a:p>
            <a:pPr marL="469265" indent="-456565" algn="just">
              <a:lnSpc>
                <a:spcPct val="100000"/>
              </a:lnSpc>
              <a:spcBef>
                <a:spcPts val="1055"/>
              </a:spcBef>
              <a:buSzPct val="81818"/>
              <a:buFont typeface="Tahoma"/>
              <a:buChar char="●"/>
              <a:tabLst>
                <a:tab pos="469265" algn="l"/>
              </a:tabLst>
            </a:pP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dfn,</a:t>
            </a:r>
            <a:r>
              <a:rPr sz="2200" spc="-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abbr,</a:t>
            </a:r>
            <a:r>
              <a:rPr sz="2200" spc="-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and</a:t>
            </a:r>
            <a:r>
              <a:rPr sz="2200" spc="-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time</a:t>
            </a:r>
            <a:r>
              <a:rPr sz="2200" spc="-10" dirty="0">
                <a:solidFill>
                  <a:srgbClr val="FF0000"/>
                </a:solidFill>
                <a:latin typeface="Comic Sans MS"/>
                <a:cs typeface="Comic Sans MS"/>
              </a:rPr>
              <a:t> Elements</a:t>
            </a:r>
            <a:endParaRPr sz="2200">
              <a:latin typeface="Comic Sans MS"/>
              <a:cs typeface="Comic Sans MS"/>
            </a:endParaRPr>
          </a:p>
          <a:p>
            <a:pPr marL="469265" indent="-456565" algn="just">
              <a:lnSpc>
                <a:spcPct val="100000"/>
              </a:lnSpc>
              <a:spcBef>
                <a:spcPts val="1325"/>
              </a:spcBef>
              <a:buSzPct val="75000"/>
              <a:buFont typeface="Tahoma"/>
              <a:buChar char="●"/>
              <a:tabLst>
                <a:tab pos="469265" algn="l"/>
              </a:tabLst>
            </a:pPr>
            <a:r>
              <a:rPr sz="2400" dirty="0">
                <a:latin typeface="Comic Sans MS"/>
                <a:cs typeface="Comic Sans MS"/>
              </a:rPr>
              <a:t>&lt;</a:t>
            </a:r>
            <a:r>
              <a:rPr sz="2200" dirty="0">
                <a:latin typeface="Comic Sans MS"/>
                <a:cs typeface="Comic Sans MS"/>
              </a:rPr>
              <a:t>abbr&gt;</a:t>
            </a:r>
            <a:r>
              <a:rPr sz="2200" spc="-4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:defines</a:t>
            </a:r>
            <a:r>
              <a:rPr sz="2200" spc="-1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an</a:t>
            </a:r>
            <a:r>
              <a:rPr sz="2200" spc="-20" dirty="0">
                <a:latin typeface="Comic Sans MS"/>
                <a:cs typeface="Comic Sans MS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abbreviation</a:t>
            </a:r>
            <a:endParaRPr sz="2200">
              <a:latin typeface="Comic Sans MS"/>
              <a:cs typeface="Comic Sans MS"/>
            </a:endParaRPr>
          </a:p>
          <a:p>
            <a:pPr marL="469900" marR="5080" indent="-457200" algn="just">
              <a:lnSpc>
                <a:spcPct val="150100"/>
              </a:lnSpc>
              <a:spcBef>
                <a:spcPts val="55"/>
              </a:spcBef>
              <a:buSzPct val="81818"/>
              <a:buFont typeface="Tahoma"/>
              <a:buChar char="●"/>
              <a:tabLst>
                <a:tab pos="469900" algn="l"/>
              </a:tabLst>
            </a:pPr>
            <a:r>
              <a:rPr sz="2200" dirty="0">
                <a:latin typeface="Comic Sans MS"/>
                <a:cs typeface="Comic Sans MS"/>
              </a:rPr>
              <a:t>&lt;dfn&gt;:</a:t>
            </a:r>
            <a:r>
              <a:rPr sz="2200" spc="254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"definition</a:t>
            </a:r>
            <a:r>
              <a:rPr sz="2200" spc="26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element",</a:t>
            </a:r>
            <a:r>
              <a:rPr sz="2200" spc="26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and</a:t>
            </a:r>
            <a:r>
              <a:rPr sz="2200" spc="254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it</a:t>
            </a:r>
            <a:r>
              <a:rPr sz="2200" spc="254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specifies</a:t>
            </a:r>
            <a:r>
              <a:rPr sz="2200" spc="254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a</a:t>
            </a:r>
            <a:r>
              <a:rPr sz="2200" spc="26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term</a:t>
            </a:r>
            <a:r>
              <a:rPr sz="2200" spc="26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that</a:t>
            </a:r>
            <a:r>
              <a:rPr sz="2200" spc="27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is</a:t>
            </a:r>
            <a:r>
              <a:rPr sz="2200" spc="254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going</a:t>
            </a:r>
            <a:r>
              <a:rPr sz="2200" spc="26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to</a:t>
            </a:r>
            <a:r>
              <a:rPr sz="2200" spc="26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be</a:t>
            </a:r>
            <a:r>
              <a:rPr sz="2200" spc="254" dirty="0">
                <a:latin typeface="Comic Sans MS"/>
                <a:cs typeface="Comic Sans MS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defined </a:t>
            </a:r>
            <a:r>
              <a:rPr sz="2200" dirty="0">
                <a:latin typeface="Comic Sans MS"/>
                <a:cs typeface="Comic Sans MS"/>
              </a:rPr>
              <a:t>within</a:t>
            </a:r>
            <a:r>
              <a:rPr sz="2200" spc="-35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the</a:t>
            </a:r>
            <a:r>
              <a:rPr sz="2200" spc="-40" dirty="0">
                <a:latin typeface="Comic Sans MS"/>
                <a:cs typeface="Comic Sans MS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content.</a:t>
            </a:r>
            <a:endParaRPr sz="2200">
              <a:latin typeface="Comic Sans MS"/>
              <a:cs typeface="Comic Sans MS"/>
            </a:endParaRPr>
          </a:p>
          <a:p>
            <a:pPr marL="469265" indent="-456565" algn="just">
              <a:lnSpc>
                <a:spcPct val="100000"/>
              </a:lnSpc>
              <a:spcBef>
                <a:spcPts val="1320"/>
              </a:spcBef>
              <a:buSzPct val="81818"/>
              <a:buFont typeface="Tahoma"/>
              <a:buChar char="●"/>
              <a:tabLst>
                <a:tab pos="469265" algn="l"/>
              </a:tabLst>
            </a:pPr>
            <a:r>
              <a:rPr sz="2200" dirty="0">
                <a:latin typeface="Comic Sans MS"/>
                <a:cs typeface="Comic Sans MS"/>
              </a:rPr>
              <a:t>&lt;time&gt;:defines</a:t>
            </a:r>
            <a:r>
              <a:rPr sz="2200" spc="-3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a</a:t>
            </a:r>
            <a:r>
              <a:rPr sz="2200" spc="-40" dirty="0">
                <a:latin typeface="Comic Sans MS"/>
                <a:cs typeface="Comic Sans MS"/>
              </a:rPr>
              <a:t> </a:t>
            </a:r>
            <a:r>
              <a:rPr sz="2200" dirty="0">
                <a:latin typeface="Comic Sans MS"/>
                <a:cs typeface="Comic Sans MS"/>
              </a:rPr>
              <a:t>specific</a:t>
            </a:r>
            <a:r>
              <a:rPr sz="2200" spc="-45" dirty="0">
                <a:latin typeface="Comic Sans MS"/>
                <a:cs typeface="Comic Sans MS"/>
              </a:rPr>
              <a:t> </a:t>
            </a:r>
            <a:r>
              <a:rPr sz="2200" spc="-20" dirty="0">
                <a:latin typeface="Comic Sans MS"/>
                <a:cs typeface="Comic Sans MS"/>
              </a:rPr>
              <a:t>time</a:t>
            </a:r>
            <a:endParaRPr sz="22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951" y="378333"/>
            <a:ext cx="7540625" cy="578739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dirty="0">
                <a:latin typeface="Comic Sans MS"/>
                <a:cs typeface="Comic Sans MS"/>
              </a:rPr>
              <a:t>&lt;!DOCTYPE</a:t>
            </a:r>
            <a:r>
              <a:rPr sz="1800" spc="-65" dirty="0">
                <a:latin typeface="Comic Sans MS"/>
                <a:cs typeface="Comic Sans MS"/>
              </a:rPr>
              <a:t> </a:t>
            </a:r>
            <a:r>
              <a:rPr sz="1800" spc="-20" dirty="0">
                <a:latin typeface="Comic Sans MS"/>
                <a:cs typeface="Comic Sans MS"/>
              </a:rPr>
              <a:t>html&gt;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Comic Sans MS"/>
                <a:cs typeface="Comic Sans MS"/>
              </a:rPr>
              <a:t>&lt;html&gt;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Comic Sans MS"/>
                <a:cs typeface="Comic Sans MS"/>
              </a:rPr>
              <a:t>&lt;body&gt;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Comic Sans MS"/>
                <a:cs typeface="Comic Sans MS"/>
              </a:rPr>
              <a:t>&lt;strong&gt;This</a:t>
            </a:r>
            <a:r>
              <a:rPr sz="1800" spc="-5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text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is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important!&lt;/strong&gt;&lt;br&gt;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Comic Sans MS"/>
                <a:cs typeface="Comic Sans MS"/>
              </a:rPr>
              <a:t>&lt;q&gt;Build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future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where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people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live</a:t>
            </a:r>
            <a:r>
              <a:rPr sz="1800" spc="-4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in</a:t>
            </a:r>
            <a:r>
              <a:rPr sz="1800" spc="-4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harmony</a:t>
            </a:r>
            <a:r>
              <a:rPr sz="1800" spc="-5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with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nature.&lt;/q&gt;&lt;br&gt;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Comic Sans MS"/>
                <a:cs typeface="Comic Sans MS"/>
              </a:rPr>
              <a:t>&lt;p&gt;&lt;cite&gt;The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Scream&lt;/cite&gt;</a:t>
            </a:r>
            <a:r>
              <a:rPr sz="1800" spc="-5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by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Edward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Munch.</a:t>
            </a:r>
            <a:r>
              <a:rPr sz="1800" spc="-5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Painted</a:t>
            </a:r>
            <a:r>
              <a:rPr sz="1800" spc="-5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in</a:t>
            </a:r>
            <a:r>
              <a:rPr sz="1800" spc="-50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1893.&lt;/p&gt;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Comic Sans MS"/>
                <a:cs typeface="Comic Sans MS"/>
              </a:rPr>
              <a:t>&lt;p&gt;&lt;dfn&gt;HTML&lt;/dfn&gt;</a:t>
            </a:r>
            <a:r>
              <a:rPr sz="1800" spc="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is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the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standard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markup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language</a:t>
            </a:r>
            <a:r>
              <a:rPr sz="1800" spc="-5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for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creating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spc="-25" dirty="0">
                <a:latin typeface="Comic Sans MS"/>
                <a:cs typeface="Comic Sans MS"/>
              </a:rPr>
              <a:t>web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800" spc="-10" dirty="0">
                <a:latin typeface="Comic Sans MS"/>
                <a:cs typeface="Comic Sans MS"/>
              </a:rPr>
              <a:t>pages.&lt;/p&gt;</a:t>
            </a:r>
            <a:endParaRPr sz="1800">
              <a:latin typeface="Comic Sans MS"/>
              <a:cs typeface="Comic Sans MS"/>
            </a:endParaRPr>
          </a:p>
          <a:p>
            <a:pPr marL="12700" marR="796925">
              <a:lnSpc>
                <a:spcPct val="150000"/>
              </a:lnSpc>
            </a:pPr>
            <a:r>
              <a:rPr sz="1800" dirty="0">
                <a:latin typeface="Comic Sans MS"/>
                <a:cs typeface="Comic Sans MS"/>
              </a:rPr>
              <a:t>The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&lt;abbr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title="World</a:t>
            </a:r>
            <a:r>
              <a:rPr sz="1800" spc="-4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Health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Organization"&gt;WHO&lt;/abbr&gt;</a:t>
            </a:r>
            <a:r>
              <a:rPr sz="1800" spc="-60" dirty="0">
                <a:latin typeface="Comic Sans MS"/>
                <a:cs typeface="Comic Sans MS"/>
              </a:rPr>
              <a:t> </a:t>
            </a:r>
            <a:r>
              <a:rPr sz="1800" spc="-25" dirty="0">
                <a:latin typeface="Comic Sans MS"/>
                <a:cs typeface="Comic Sans MS"/>
              </a:rPr>
              <a:t>was </a:t>
            </a:r>
            <a:r>
              <a:rPr sz="1800" dirty="0">
                <a:latin typeface="Comic Sans MS"/>
                <a:cs typeface="Comic Sans MS"/>
              </a:rPr>
              <a:t>founded</a:t>
            </a:r>
            <a:r>
              <a:rPr sz="1800" spc="-4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in</a:t>
            </a:r>
            <a:r>
              <a:rPr sz="1800" spc="-70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1948.&lt;br&gt;&lt;br&gt;</a:t>
            </a:r>
            <a:endParaRPr sz="1800">
              <a:latin typeface="Comic Sans MS"/>
              <a:cs typeface="Comic Sans MS"/>
            </a:endParaRPr>
          </a:p>
          <a:p>
            <a:pPr marL="12700" marR="979169">
              <a:lnSpc>
                <a:spcPct val="150000"/>
              </a:lnSpc>
            </a:pPr>
            <a:r>
              <a:rPr sz="1800" dirty="0">
                <a:latin typeface="Comic Sans MS"/>
                <a:cs typeface="Comic Sans MS"/>
              </a:rPr>
              <a:t>&lt;p&gt;Open from </a:t>
            </a:r>
            <a:r>
              <a:rPr sz="1800" spc="-10" dirty="0">
                <a:latin typeface="Comic Sans MS"/>
                <a:cs typeface="Comic Sans MS"/>
              </a:rPr>
              <a:t>&lt;time&gt;10:00&lt;/time&gt;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to</a:t>
            </a:r>
            <a:r>
              <a:rPr sz="1800" spc="5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&lt;time&gt;21:00&lt;/time&gt;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every weekday.&lt;/p&gt;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Comic Sans MS"/>
                <a:cs typeface="Comic Sans MS"/>
              </a:rPr>
              <a:t>&lt;/body&gt;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Comic Sans MS"/>
                <a:cs typeface="Comic Sans MS"/>
              </a:rPr>
              <a:t>&lt;/html&gt;</a:t>
            </a:r>
            <a:endParaRPr sz="1800">
              <a:latin typeface="Comic Sans MS"/>
              <a:cs typeface="Comic Sans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9358" y="3967013"/>
            <a:ext cx="4421632" cy="2174518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81684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0000"/>
                </a:solidFill>
              </a:rPr>
              <a:t>Editing</a:t>
            </a:r>
            <a:r>
              <a:rPr sz="3200" spc="-35" dirty="0">
                <a:solidFill>
                  <a:srgbClr val="FF0000"/>
                </a:solidFill>
              </a:rPr>
              <a:t> </a:t>
            </a:r>
            <a:r>
              <a:rPr sz="3200" dirty="0">
                <a:solidFill>
                  <a:srgbClr val="FF0000"/>
                </a:solidFill>
              </a:rPr>
              <a:t>Elements</a:t>
            </a:r>
            <a:r>
              <a:rPr dirty="0"/>
              <a:t>(&lt;ins&gt;,</a:t>
            </a:r>
            <a:r>
              <a:rPr spc="-25" dirty="0"/>
              <a:t> </a:t>
            </a:r>
            <a:r>
              <a:rPr dirty="0"/>
              <a:t>&lt;del&gt;)</a:t>
            </a:r>
            <a:r>
              <a:rPr spc="-30" dirty="0"/>
              <a:t> </a:t>
            </a:r>
            <a:r>
              <a:rPr spc="-50" dirty="0"/>
              <a:t>: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46887" y="1710689"/>
            <a:ext cx="973963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5945" indent="-563245">
              <a:lnSpc>
                <a:spcPct val="100000"/>
              </a:lnSpc>
              <a:spcBef>
                <a:spcPts val="95"/>
              </a:spcBef>
              <a:buClr>
                <a:srgbClr val="000000"/>
              </a:buClr>
              <a:buSzPct val="64285"/>
              <a:buFont typeface="Tahoma"/>
              <a:buChar char="●"/>
              <a:tabLst>
                <a:tab pos="575945" algn="l"/>
                <a:tab pos="2149475" algn="l"/>
                <a:tab pos="3693160" algn="l"/>
                <a:tab pos="4179570" algn="l"/>
                <a:tab pos="5224780" algn="l"/>
                <a:tab pos="6252210" algn="l"/>
                <a:tab pos="7115175" algn="l"/>
                <a:tab pos="8208009" algn="l"/>
              </a:tabLst>
            </a:pPr>
            <a:r>
              <a:rPr sz="2800" spc="-10" dirty="0">
                <a:solidFill>
                  <a:srgbClr val="006FC0"/>
                </a:solidFill>
                <a:latin typeface="Comic Sans MS"/>
                <a:cs typeface="Comic Sans MS"/>
              </a:rPr>
              <a:t>&lt;ins&gt;tag</a:t>
            </a:r>
            <a:r>
              <a:rPr sz="2800" dirty="0">
                <a:solidFill>
                  <a:srgbClr val="006FC0"/>
                </a:solidFill>
                <a:latin typeface="Comic Sans MS"/>
                <a:cs typeface="Comic Sans MS"/>
              </a:rPr>
              <a:t>	</a:t>
            </a:r>
            <a:r>
              <a:rPr sz="2800" spc="-10" dirty="0">
                <a:latin typeface="Comic Sans MS"/>
                <a:cs typeface="Comic Sans MS"/>
              </a:rPr>
              <a:t>defines</a:t>
            </a:r>
            <a:r>
              <a:rPr sz="2800" dirty="0">
                <a:latin typeface="Comic Sans MS"/>
                <a:cs typeface="Comic Sans MS"/>
              </a:rPr>
              <a:t>	</a:t>
            </a:r>
            <a:r>
              <a:rPr sz="2800" spc="-50" dirty="0">
                <a:latin typeface="Comic Sans MS"/>
                <a:cs typeface="Comic Sans MS"/>
              </a:rPr>
              <a:t>a</a:t>
            </a:r>
            <a:r>
              <a:rPr sz="2800" dirty="0">
                <a:latin typeface="Comic Sans MS"/>
                <a:cs typeface="Comic Sans MS"/>
              </a:rPr>
              <a:t>	</a:t>
            </a:r>
            <a:r>
              <a:rPr sz="2800" spc="-20" dirty="0">
                <a:latin typeface="Comic Sans MS"/>
                <a:cs typeface="Comic Sans MS"/>
              </a:rPr>
              <a:t>text</a:t>
            </a:r>
            <a:r>
              <a:rPr sz="2800" dirty="0">
                <a:latin typeface="Comic Sans MS"/>
                <a:cs typeface="Comic Sans MS"/>
              </a:rPr>
              <a:t>	</a:t>
            </a:r>
            <a:r>
              <a:rPr sz="2800" spc="-20" dirty="0">
                <a:latin typeface="Comic Sans MS"/>
                <a:cs typeface="Comic Sans MS"/>
              </a:rPr>
              <a:t>that</a:t>
            </a:r>
            <a:r>
              <a:rPr sz="2800" dirty="0">
                <a:latin typeface="Comic Sans MS"/>
                <a:cs typeface="Comic Sans MS"/>
              </a:rPr>
              <a:t>	</a:t>
            </a:r>
            <a:r>
              <a:rPr sz="2800" spc="-25" dirty="0">
                <a:latin typeface="Comic Sans MS"/>
                <a:cs typeface="Comic Sans MS"/>
              </a:rPr>
              <a:t>has</a:t>
            </a:r>
            <a:r>
              <a:rPr sz="2800" dirty="0">
                <a:latin typeface="Comic Sans MS"/>
                <a:cs typeface="Comic Sans MS"/>
              </a:rPr>
              <a:t>	</a:t>
            </a:r>
            <a:r>
              <a:rPr sz="2800" spc="-20" dirty="0">
                <a:latin typeface="Comic Sans MS"/>
                <a:cs typeface="Comic Sans MS"/>
              </a:rPr>
              <a:t>been</a:t>
            </a:r>
            <a:r>
              <a:rPr sz="2800" dirty="0">
                <a:latin typeface="Comic Sans MS"/>
                <a:cs typeface="Comic Sans MS"/>
              </a:rPr>
              <a:t>	</a:t>
            </a:r>
            <a:r>
              <a:rPr sz="2800" spc="-10" dirty="0">
                <a:latin typeface="Comic Sans MS"/>
                <a:cs typeface="Comic Sans MS"/>
              </a:rPr>
              <a:t>inserted</a:t>
            </a:r>
            <a:endParaRPr sz="2800">
              <a:latin typeface="Comic Sans MS"/>
              <a:cs typeface="Comic Sans MS"/>
            </a:endParaRPr>
          </a:p>
          <a:p>
            <a:pPr marL="469900">
              <a:lnSpc>
                <a:spcPct val="100000"/>
              </a:lnSpc>
              <a:spcBef>
                <a:spcPts val="3360"/>
              </a:spcBef>
            </a:pPr>
            <a:r>
              <a:rPr sz="2800" dirty="0">
                <a:latin typeface="Comic Sans MS"/>
                <a:cs typeface="Comic Sans MS"/>
              </a:rPr>
              <a:t>document.</a:t>
            </a:r>
            <a:r>
              <a:rPr sz="2800" spc="-8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Browsers</a:t>
            </a:r>
            <a:r>
              <a:rPr sz="2800" spc="-8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will</a:t>
            </a:r>
            <a:r>
              <a:rPr sz="2800" spc="-9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usually</a:t>
            </a:r>
            <a:r>
              <a:rPr sz="2800" spc="-9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underline</a:t>
            </a:r>
            <a:r>
              <a:rPr sz="2800" spc="-9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inserted</a:t>
            </a:r>
            <a:r>
              <a:rPr sz="2800" spc="-45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text,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44936" y="1710689"/>
            <a:ext cx="11525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56944" algn="l"/>
              </a:tabLst>
            </a:pPr>
            <a:r>
              <a:rPr sz="2800" spc="-20" dirty="0">
                <a:latin typeface="Comic Sans MS"/>
                <a:cs typeface="Comic Sans MS"/>
              </a:rPr>
              <a:t>into</a:t>
            </a:r>
            <a:r>
              <a:rPr sz="2800" dirty="0">
                <a:latin typeface="Comic Sans MS"/>
                <a:cs typeface="Comic Sans MS"/>
              </a:rPr>
              <a:t>	</a:t>
            </a:r>
            <a:r>
              <a:rPr sz="2800" spc="-50" dirty="0">
                <a:latin typeface="Comic Sans MS"/>
                <a:cs typeface="Comic Sans MS"/>
              </a:rPr>
              <a:t>a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6887" y="3417823"/>
            <a:ext cx="1105027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SzPct val="64285"/>
              <a:buFont typeface="Tahoma"/>
              <a:buChar char="●"/>
              <a:tabLst>
                <a:tab pos="469265" algn="l"/>
                <a:tab pos="1442085" algn="l"/>
                <a:tab pos="2880995" algn="l"/>
                <a:tab pos="3820795" algn="l"/>
                <a:tab pos="4743450" algn="l"/>
                <a:tab pos="5505450" algn="l"/>
                <a:tab pos="6493510" algn="l"/>
                <a:tab pos="7962265" algn="l"/>
                <a:tab pos="8977630" algn="l"/>
                <a:tab pos="9359900" algn="l"/>
              </a:tabLst>
            </a:pPr>
            <a:r>
              <a:rPr sz="2800" spc="-10" dirty="0">
                <a:solidFill>
                  <a:srgbClr val="006FC0"/>
                </a:solidFill>
                <a:latin typeface="Comic Sans MS"/>
                <a:cs typeface="Comic Sans MS"/>
              </a:rPr>
              <a:t>&lt;del&gt;</a:t>
            </a:r>
            <a:r>
              <a:rPr sz="2800" dirty="0">
                <a:solidFill>
                  <a:srgbClr val="006FC0"/>
                </a:solidFill>
                <a:latin typeface="Comic Sans MS"/>
                <a:cs typeface="Comic Sans MS"/>
              </a:rPr>
              <a:t>	</a:t>
            </a:r>
            <a:r>
              <a:rPr sz="2800" spc="-10" dirty="0">
                <a:latin typeface="Comic Sans MS"/>
                <a:cs typeface="Comic Sans MS"/>
              </a:rPr>
              <a:t>defines</a:t>
            </a:r>
            <a:r>
              <a:rPr sz="2800" dirty="0">
                <a:latin typeface="Comic Sans MS"/>
                <a:cs typeface="Comic Sans MS"/>
              </a:rPr>
              <a:t>	</a:t>
            </a:r>
            <a:r>
              <a:rPr sz="2800" spc="-20" dirty="0">
                <a:latin typeface="Comic Sans MS"/>
                <a:cs typeface="Comic Sans MS"/>
              </a:rPr>
              <a:t>text</a:t>
            </a:r>
            <a:r>
              <a:rPr sz="2800" dirty="0">
                <a:latin typeface="Comic Sans MS"/>
                <a:cs typeface="Comic Sans MS"/>
              </a:rPr>
              <a:t>	</a:t>
            </a:r>
            <a:r>
              <a:rPr sz="2800" spc="-20" dirty="0">
                <a:latin typeface="Comic Sans MS"/>
                <a:cs typeface="Comic Sans MS"/>
              </a:rPr>
              <a:t>that</a:t>
            </a:r>
            <a:r>
              <a:rPr sz="2800" dirty="0">
                <a:latin typeface="Comic Sans MS"/>
                <a:cs typeface="Comic Sans MS"/>
              </a:rPr>
              <a:t>	</a:t>
            </a:r>
            <a:r>
              <a:rPr sz="2800" spc="-25" dirty="0">
                <a:latin typeface="Comic Sans MS"/>
                <a:cs typeface="Comic Sans MS"/>
              </a:rPr>
              <a:t>has</a:t>
            </a:r>
            <a:r>
              <a:rPr sz="2800" dirty="0">
                <a:latin typeface="Comic Sans MS"/>
                <a:cs typeface="Comic Sans MS"/>
              </a:rPr>
              <a:t>	</a:t>
            </a:r>
            <a:r>
              <a:rPr sz="2800" spc="-20" dirty="0">
                <a:latin typeface="Comic Sans MS"/>
                <a:cs typeface="Comic Sans MS"/>
              </a:rPr>
              <a:t>been</a:t>
            </a:r>
            <a:r>
              <a:rPr sz="2800" dirty="0">
                <a:latin typeface="Comic Sans MS"/>
                <a:cs typeface="Comic Sans MS"/>
              </a:rPr>
              <a:t>	</a:t>
            </a:r>
            <a:r>
              <a:rPr sz="2800" spc="-10" dirty="0">
                <a:latin typeface="Comic Sans MS"/>
                <a:cs typeface="Comic Sans MS"/>
              </a:rPr>
              <a:t>deleted</a:t>
            </a:r>
            <a:r>
              <a:rPr sz="2800" dirty="0">
                <a:latin typeface="Comic Sans MS"/>
                <a:cs typeface="Comic Sans MS"/>
              </a:rPr>
              <a:t>	</a:t>
            </a:r>
            <a:r>
              <a:rPr sz="2800" spc="-20" dirty="0">
                <a:latin typeface="Comic Sans MS"/>
                <a:cs typeface="Comic Sans MS"/>
              </a:rPr>
              <a:t>from</a:t>
            </a:r>
            <a:r>
              <a:rPr sz="2800" dirty="0">
                <a:latin typeface="Comic Sans MS"/>
                <a:cs typeface="Comic Sans MS"/>
              </a:rPr>
              <a:t>	</a:t>
            </a:r>
            <a:r>
              <a:rPr sz="2800" spc="-50" dirty="0">
                <a:latin typeface="Comic Sans MS"/>
                <a:cs typeface="Comic Sans MS"/>
              </a:rPr>
              <a:t>a</a:t>
            </a:r>
            <a:r>
              <a:rPr sz="2800" dirty="0">
                <a:latin typeface="Comic Sans MS"/>
                <a:cs typeface="Comic Sans MS"/>
              </a:rPr>
              <a:t>	</a:t>
            </a:r>
            <a:r>
              <a:rPr sz="2800" spc="-10" dirty="0">
                <a:latin typeface="Comic Sans MS"/>
                <a:cs typeface="Comic Sans MS"/>
              </a:rPr>
              <a:t>document.</a:t>
            </a:r>
            <a:endParaRPr sz="2800">
              <a:latin typeface="Comic Sans MS"/>
              <a:cs typeface="Comic Sans MS"/>
            </a:endParaRPr>
          </a:p>
          <a:p>
            <a:pPr marL="469900">
              <a:lnSpc>
                <a:spcPct val="100000"/>
              </a:lnSpc>
              <a:spcBef>
                <a:spcPts val="3360"/>
              </a:spcBef>
            </a:pPr>
            <a:r>
              <a:rPr sz="2800" dirty="0">
                <a:latin typeface="Comic Sans MS"/>
                <a:cs typeface="Comic Sans MS"/>
              </a:rPr>
              <a:t>Browsers</a:t>
            </a:r>
            <a:r>
              <a:rPr sz="2800" spc="-5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will</a:t>
            </a:r>
            <a:r>
              <a:rPr sz="2800" spc="-5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usually</a:t>
            </a:r>
            <a:r>
              <a:rPr sz="2800" spc="-6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strike</a:t>
            </a:r>
            <a:r>
              <a:rPr sz="2800" spc="-4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a</a:t>
            </a:r>
            <a:r>
              <a:rPr sz="2800" spc="-7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line</a:t>
            </a:r>
            <a:r>
              <a:rPr sz="2800" spc="-6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through</a:t>
            </a:r>
            <a:r>
              <a:rPr sz="2800" spc="-5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deleted</a:t>
            </a:r>
            <a:r>
              <a:rPr sz="2800" spc="-35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text.</a:t>
            </a:r>
            <a:endParaRPr sz="2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9422" y="294791"/>
            <a:ext cx="9323705" cy="578739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2800" dirty="0">
                <a:latin typeface="Comic Sans MS"/>
                <a:cs typeface="Comic Sans MS"/>
              </a:rPr>
              <a:t>&lt;!DOCTYPE</a:t>
            </a:r>
            <a:r>
              <a:rPr sz="2800" spc="-140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html&gt;</a:t>
            </a:r>
            <a:endParaRPr sz="2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spc="-10" dirty="0">
                <a:latin typeface="Comic Sans MS"/>
                <a:cs typeface="Comic Sans MS"/>
              </a:rPr>
              <a:t>&lt;html&gt;</a:t>
            </a:r>
            <a:endParaRPr sz="2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spc="-10" dirty="0">
                <a:latin typeface="Comic Sans MS"/>
                <a:cs typeface="Comic Sans MS"/>
              </a:rPr>
              <a:t>&lt;head&gt;</a:t>
            </a:r>
            <a:endParaRPr sz="2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spc="-10" dirty="0">
                <a:latin typeface="Comic Sans MS"/>
                <a:cs typeface="Comic Sans MS"/>
              </a:rPr>
              <a:t>&lt;/head&gt;</a:t>
            </a:r>
            <a:endParaRPr sz="2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spc="-10" dirty="0">
                <a:latin typeface="Comic Sans MS"/>
                <a:cs typeface="Comic Sans MS"/>
              </a:rPr>
              <a:t>&lt;body&gt;</a:t>
            </a:r>
            <a:endParaRPr sz="2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2800" dirty="0">
                <a:latin typeface="Comic Sans MS"/>
                <a:cs typeface="Comic Sans MS"/>
              </a:rPr>
              <a:t>&lt;h1&gt;The</a:t>
            </a:r>
            <a:r>
              <a:rPr sz="2800" spc="-6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del</a:t>
            </a:r>
            <a:r>
              <a:rPr sz="2800" spc="-4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and</a:t>
            </a:r>
            <a:r>
              <a:rPr sz="2800" spc="-3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ins</a:t>
            </a:r>
            <a:r>
              <a:rPr sz="2800" spc="-3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elements</a:t>
            </a:r>
            <a:r>
              <a:rPr sz="2800" spc="-3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+</a:t>
            </a:r>
            <a:r>
              <a:rPr sz="2800" spc="-50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CSS&lt;/h1&gt;</a:t>
            </a:r>
            <a:endParaRPr sz="2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dirty="0">
                <a:latin typeface="Comic Sans MS"/>
                <a:cs typeface="Comic Sans MS"/>
              </a:rPr>
              <a:t>&lt;p&gt;My</a:t>
            </a:r>
            <a:r>
              <a:rPr sz="2800" spc="-8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favorite</a:t>
            </a:r>
            <a:r>
              <a:rPr sz="2800" spc="-4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color</a:t>
            </a:r>
            <a:r>
              <a:rPr sz="2800" spc="-7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is</a:t>
            </a:r>
            <a:r>
              <a:rPr sz="2800" spc="-7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&lt;del&gt;blue&lt;/del&gt;</a:t>
            </a:r>
            <a:r>
              <a:rPr sz="2800" spc="-80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&lt;ins&gt;red&lt;/ins&gt;!&lt;/p&gt;</a:t>
            </a:r>
            <a:endParaRPr sz="2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spc="-10" dirty="0">
                <a:latin typeface="Comic Sans MS"/>
                <a:cs typeface="Comic Sans MS"/>
              </a:rPr>
              <a:t>&lt;/body&gt;</a:t>
            </a:r>
            <a:endParaRPr sz="2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spc="-10" dirty="0">
                <a:latin typeface="Comic Sans MS"/>
                <a:cs typeface="Comic Sans MS"/>
              </a:rPr>
              <a:t>&lt;/html&gt;</a:t>
            </a:r>
            <a:endParaRPr sz="2800">
              <a:latin typeface="Comic Sans MS"/>
              <a:cs typeface="Comic Sans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1234" y="1273162"/>
            <a:ext cx="5749429" cy="909423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3928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0000"/>
                </a:solidFill>
              </a:rPr>
              <a:t>Code</a:t>
            </a:r>
            <a:r>
              <a:rPr sz="4000" spc="-90" dirty="0">
                <a:solidFill>
                  <a:srgbClr val="FF0000"/>
                </a:solidFill>
              </a:rPr>
              <a:t> </a:t>
            </a:r>
            <a:r>
              <a:rPr sz="4000" dirty="0">
                <a:solidFill>
                  <a:srgbClr val="FF0000"/>
                </a:solidFill>
              </a:rPr>
              <a:t>Related</a:t>
            </a:r>
            <a:r>
              <a:rPr sz="4000" spc="-50" dirty="0">
                <a:solidFill>
                  <a:srgbClr val="FF0000"/>
                </a:solidFill>
              </a:rPr>
              <a:t> </a:t>
            </a:r>
            <a:r>
              <a:rPr sz="4000" spc="-10" dirty="0">
                <a:solidFill>
                  <a:srgbClr val="FF0000"/>
                </a:solidFill>
              </a:rPr>
              <a:t>Elements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46887" y="1464081"/>
            <a:ext cx="1558290" cy="130556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780"/>
              </a:spcBef>
              <a:buSzPct val="64285"/>
              <a:buFont typeface="Tahoma"/>
              <a:buChar char="●"/>
              <a:tabLst>
                <a:tab pos="469265" algn="l"/>
              </a:tabLst>
            </a:pPr>
            <a:r>
              <a:rPr sz="2800" spc="-10" dirty="0">
                <a:latin typeface="Comic Sans MS"/>
                <a:cs typeface="Comic Sans MS"/>
              </a:rPr>
              <a:t>&lt;Code&gt;</a:t>
            </a:r>
            <a:endParaRPr sz="2800">
              <a:latin typeface="Comic Sans MS"/>
              <a:cs typeface="Comic Sans MS"/>
            </a:endParaRPr>
          </a:p>
          <a:p>
            <a:pPr marL="469265" indent="-456565">
              <a:lnSpc>
                <a:spcPct val="100000"/>
              </a:lnSpc>
              <a:spcBef>
                <a:spcPts val="1680"/>
              </a:spcBef>
              <a:buSzPct val="64285"/>
              <a:buFont typeface="Tahoma"/>
              <a:buChar char="●"/>
              <a:tabLst>
                <a:tab pos="469265" algn="l"/>
              </a:tabLst>
            </a:pPr>
            <a:r>
              <a:rPr sz="2800" spc="-10" dirty="0">
                <a:latin typeface="Comic Sans MS"/>
                <a:cs typeface="Comic Sans MS"/>
              </a:rPr>
              <a:t>&lt;kbd&gt;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00376" y="1464081"/>
            <a:ext cx="5711190" cy="130556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265430" indent="-252729">
              <a:lnSpc>
                <a:spcPct val="100000"/>
              </a:lnSpc>
              <a:spcBef>
                <a:spcPts val="1780"/>
              </a:spcBef>
              <a:buChar char="-"/>
              <a:tabLst>
                <a:tab pos="265430" algn="l"/>
              </a:tabLst>
            </a:pPr>
            <a:r>
              <a:rPr sz="2800" dirty="0">
                <a:latin typeface="Comic Sans MS"/>
                <a:cs typeface="Comic Sans MS"/>
              </a:rPr>
              <a:t>define</a:t>
            </a:r>
            <a:r>
              <a:rPr sz="2800" spc="-4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a</a:t>
            </a:r>
            <a:r>
              <a:rPr sz="2800" spc="-5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piece</a:t>
            </a:r>
            <a:r>
              <a:rPr sz="2800" spc="-5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of</a:t>
            </a:r>
            <a:r>
              <a:rPr sz="2800" spc="-5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computer</a:t>
            </a:r>
            <a:r>
              <a:rPr sz="2800" spc="-50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code.</a:t>
            </a:r>
            <a:endParaRPr sz="2800">
              <a:latin typeface="Comic Sans MS"/>
              <a:cs typeface="Comic Sans MS"/>
            </a:endParaRPr>
          </a:p>
          <a:p>
            <a:pPr marL="284480" indent="-254000">
              <a:lnSpc>
                <a:spcPct val="100000"/>
              </a:lnSpc>
              <a:spcBef>
                <a:spcPts val="1680"/>
              </a:spcBef>
              <a:buChar char="-"/>
              <a:tabLst>
                <a:tab pos="284480" algn="l"/>
              </a:tabLst>
            </a:pPr>
            <a:r>
              <a:rPr sz="2800" dirty="0">
                <a:latin typeface="Comic Sans MS"/>
                <a:cs typeface="Comic Sans MS"/>
              </a:rPr>
              <a:t>define</a:t>
            </a:r>
            <a:r>
              <a:rPr sz="2800" spc="-9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keyboard</a:t>
            </a:r>
            <a:r>
              <a:rPr sz="2800" spc="-70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input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6887" y="2743560"/>
            <a:ext cx="10146030" cy="1306830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575945" indent="-563245">
              <a:lnSpc>
                <a:spcPct val="100000"/>
              </a:lnSpc>
              <a:spcBef>
                <a:spcPts val="1785"/>
              </a:spcBef>
              <a:buSzPct val="64285"/>
              <a:buFont typeface="Tahoma"/>
              <a:buChar char="●"/>
              <a:tabLst>
                <a:tab pos="575945" algn="l"/>
                <a:tab pos="1880870" algn="l"/>
              </a:tabLst>
            </a:pPr>
            <a:r>
              <a:rPr sz="2800" spc="-10" dirty="0">
                <a:latin typeface="Comic Sans MS"/>
                <a:cs typeface="Comic Sans MS"/>
              </a:rPr>
              <a:t>&lt;samp&gt;</a:t>
            </a:r>
            <a:r>
              <a:rPr sz="2800" dirty="0">
                <a:latin typeface="Comic Sans MS"/>
                <a:cs typeface="Comic Sans MS"/>
              </a:rPr>
              <a:t>	-</a:t>
            </a:r>
            <a:r>
              <a:rPr sz="2800" spc="-8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defines</a:t>
            </a:r>
            <a:r>
              <a:rPr sz="2800" spc="-6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sample</a:t>
            </a:r>
            <a:r>
              <a:rPr sz="2800" spc="-6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output</a:t>
            </a:r>
            <a:r>
              <a:rPr sz="2800" spc="-7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from</a:t>
            </a:r>
            <a:r>
              <a:rPr sz="2800" spc="-6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a</a:t>
            </a:r>
            <a:r>
              <a:rPr sz="2800" spc="-8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computer</a:t>
            </a:r>
            <a:r>
              <a:rPr sz="2800" spc="-50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program</a:t>
            </a:r>
            <a:endParaRPr sz="2800">
              <a:latin typeface="Comic Sans MS"/>
              <a:cs typeface="Comic Sans MS"/>
            </a:endParaRPr>
          </a:p>
          <a:p>
            <a:pPr marL="575945" indent="-563245">
              <a:lnSpc>
                <a:spcPct val="100000"/>
              </a:lnSpc>
              <a:spcBef>
                <a:spcPts val="1680"/>
              </a:spcBef>
              <a:buSzPct val="64285"/>
              <a:buFont typeface="Tahoma"/>
              <a:buChar char="●"/>
              <a:tabLst>
                <a:tab pos="575945" algn="l"/>
                <a:tab pos="1798955" algn="l"/>
              </a:tabLst>
            </a:pPr>
            <a:r>
              <a:rPr sz="2800" spc="-10" dirty="0">
                <a:latin typeface="Comic Sans MS"/>
                <a:cs typeface="Comic Sans MS"/>
              </a:rPr>
              <a:t>&lt;var&gt;</a:t>
            </a:r>
            <a:r>
              <a:rPr sz="2800" dirty="0">
                <a:latin typeface="Comic Sans MS"/>
                <a:cs typeface="Comic Sans MS"/>
              </a:rPr>
              <a:t>	-</a:t>
            </a:r>
            <a:r>
              <a:rPr sz="2800" spc="-4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defines</a:t>
            </a:r>
            <a:r>
              <a:rPr sz="2800" spc="-1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a</a:t>
            </a:r>
            <a:r>
              <a:rPr sz="2800" spc="-40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variable</a:t>
            </a:r>
            <a:endParaRPr sz="2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887" y="378105"/>
            <a:ext cx="10352405" cy="573341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2400" dirty="0">
                <a:latin typeface="Comic Sans MS"/>
                <a:cs typeface="Comic Sans MS"/>
              </a:rPr>
              <a:t>&lt;!DOCTYPE</a:t>
            </a:r>
            <a:r>
              <a:rPr sz="2400" spc="-13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html&gt;</a:t>
            </a:r>
            <a:endParaRPr sz="2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2400" spc="-10" dirty="0">
                <a:latin typeface="Comic Sans MS"/>
                <a:cs typeface="Comic Sans MS"/>
              </a:rPr>
              <a:t>&lt;html&gt;</a:t>
            </a:r>
            <a:endParaRPr sz="2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2400" spc="-10" dirty="0">
                <a:latin typeface="Comic Sans MS"/>
                <a:cs typeface="Comic Sans MS"/>
              </a:rPr>
              <a:t>&lt;body&gt;</a:t>
            </a:r>
            <a:endParaRPr sz="2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2400" dirty="0">
                <a:latin typeface="Comic Sans MS"/>
                <a:cs typeface="Comic Sans MS"/>
              </a:rPr>
              <a:t>&lt;p&gt;Press</a:t>
            </a:r>
            <a:r>
              <a:rPr sz="2400" spc="-7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ctrl</a:t>
            </a:r>
            <a:r>
              <a:rPr sz="2400" spc="-6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&lt;kbd&gt;Ctrl&lt;/kbd&gt;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+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&lt;kbd&gt;C&lt;/kbd&gt;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to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copy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text</a:t>
            </a:r>
            <a:r>
              <a:rPr sz="2400" spc="-8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(Windows).&lt;/p&gt;</a:t>
            </a:r>
            <a:endParaRPr sz="2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2400" dirty="0">
                <a:latin typeface="Comic Sans MS"/>
                <a:cs typeface="Comic Sans MS"/>
              </a:rPr>
              <a:t>&lt;samp&gt;File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not</a:t>
            </a:r>
            <a:r>
              <a:rPr sz="2400" spc="-6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found.&lt;br&gt;Press</a:t>
            </a:r>
            <a:r>
              <a:rPr sz="2400" spc="-6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F1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to</a:t>
            </a:r>
            <a:r>
              <a:rPr sz="2400" spc="-7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continue&lt;/samp&gt;</a:t>
            </a:r>
            <a:endParaRPr sz="2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2400" dirty="0">
                <a:latin typeface="Comic Sans MS"/>
                <a:cs typeface="Comic Sans MS"/>
              </a:rPr>
              <a:t>&lt;p&gt;The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area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of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triangle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is: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1/2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x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&lt;var&gt;b&lt;/var&gt;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x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&lt;var&gt;h&lt;/var&gt;,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where</a:t>
            </a:r>
            <a:endParaRPr sz="2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2400" dirty="0">
                <a:latin typeface="Comic Sans MS"/>
                <a:cs typeface="Comic Sans MS"/>
              </a:rPr>
              <a:t>&lt;var&gt;b&lt;/var&gt;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is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base,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and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&lt;var&gt;h&lt;/var&gt;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is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vertical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height.&lt;/p&gt;</a:t>
            </a:r>
            <a:endParaRPr sz="2400">
              <a:latin typeface="Comic Sans MS"/>
              <a:cs typeface="Comic Sans MS"/>
            </a:endParaRPr>
          </a:p>
          <a:p>
            <a:pPr marL="102235" marR="7974330" indent="-90170">
              <a:lnSpc>
                <a:spcPct val="130000"/>
              </a:lnSpc>
              <a:spcBef>
                <a:spcPts val="5"/>
              </a:spcBef>
            </a:pPr>
            <a:r>
              <a:rPr sz="2400" spc="-10" dirty="0">
                <a:latin typeface="Comic Sans MS"/>
                <a:cs typeface="Comic Sans MS"/>
              </a:rPr>
              <a:t>&lt;code&gt; printf("Hello");}</a:t>
            </a:r>
            <a:endParaRPr sz="2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2400" spc="-10" dirty="0">
                <a:latin typeface="Comic Sans MS"/>
                <a:cs typeface="Comic Sans MS"/>
              </a:rPr>
              <a:t>&lt;/code&gt;</a:t>
            </a:r>
            <a:endParaRPr sz="2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2400" spc="-10" dirty="0">
                <a:latin typeface="Comic Sans MS"/>
                <a:cs typeface="Comic Sans MS"/>
              </a:rPr>
              <a:t>&lt;/body&gt;</a:t>
            </a:r>
            <a:endParaRPr sz="2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2400" spc="-10" dirty="0">
                <a:latin typeface="Comic Sans MS"/>
                <a:cs typeface="Comic Sans MS"/>
              </a:rPr>
              <a:t>&lt;/html&gt;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97264" y="4229675"/>
            <a:ext cx="8172740" cy="2028031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91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FF0000"/>
                </a:solidFill>
                <a:latin typeface="Comic Sans MS"/>
                <a:cs typeface="Comic Sans MS"/>
              </a:rPr>
              <a:t>Page-</a:t>
            </a:r>
            <a:r>
              <a:rPr sz="3200" b="1" dirty="0">
                <a:solidFill>
                  <a:srgbClr val="FF0000"/>
                </a:solidFill>
                <a:latin typeface="Comic Sans MS"/>
                <a:cs typeface="Comic Sans MS"/>
              </a:rPr>
              <a:t>Structure</a:t>
            </a:r>
            <a:r>
              <a:rPr sz="3200" b="1" spc="-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Comic Sans MS"/>
                <a:cs typeface="Comic Sans MS"/>
              </a:rPr>
              <a:t>Elements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4487" y="1449451"/>
            <a:ext cx="11205210" cy="4653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4790" indent="-217170" algn="just">
              <a:lnSpc>
                <a:spcPct val="100000"/>
              </a:lnSpc>
              <a:spcBef>
                <a:spcPts val="100"/>
              </a:spcBef>
              <a:buSzPct val="95833"/>
              <a:buAutoNum type="arabicPeriod"/>
              <a:tabLst>
                <a:tab pos="224790" algn="l"/>
              </a:tabLst>
            </a:pPr>
            <a:r>
              <a:rPr sz="2400" dirty="0">
                <a:solidFill>
                  <a:srgbClr val="006FC0"/>
                </a:solidFill>
                <a:latin typeface="Comic Sans MS"/>
                <a:cs typeface="Comic Sans MS"/>
              </a:rPr>
              <a:t>header</a:t>
            </a:r>
            <a:r>
              <a:rPr sz="2400" spc="-35" dirty="0">
                <a:solidFill>
                  <a:srgbClr val="006FC0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Comic Sans MS"/>
                <a:cs typeface="Comic Sans MS"/>
              </a:rPr>
              <a:t>Element</a:t>
            </a:r>
            <a:endParaRPr sz="2400">
              <a:latin typeface="Comic Sans MS"/>
              <a:cs typeface="Comic Sans MS"/>
            </a:endParaRPr>
          </a:p>
          <a:p>
            <a:pPr marL="467995" marR="5080" lvl="1" indent="-313690" algn="just">
              <a:lnSpc>
                <a:spcPct val="130000"/>
              </a:lnSpc>
              <a:spcBef>
                <a:spcPts val="1200"/>
              </a:spcBef>
              <a:buChar char="●"/>
              <a:tabLst>
                <a:tab pos="469900" algn="l"/>
              </a:tabLst>
            </a:pP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475" dirty="0"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header</a:t>
            </a:r>
            <a:r>
              <a:rPr sz="2400" spc="47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element</a:t>
            </a:r>
            <a:r>
              <a:rPr sz="2400" spc="47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creates</a:t>
            </a:r>
            <a:r>
              <a:rPr sz="2400" spc="47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sz="2400" spc="45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header</a:t>
            </a:r>
            <a:r>
              <a:rPr sz="2400" spc="484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for</a:t>
            </a:r>
            <a:r>
              <a:rPr sz="2400" spc="47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this</a:t>
            </a:r>
            <a:r>
              <a:rPr sz="2400" spc="46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page</a:t>
            </a:r>
            <a:r>
              <a:rPr sz="2400" spc="48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that</a:t>
            </a:r>
            <a:r>
              <a:rPr sz="2400" spc="48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contains</a:t>
            </a:r>
            <a:r>
              <a:rPr sz="2400" spc="450" dirty="0">
                <a:latin typeface="Comic Sans MS"/>
                <a:cs typeface="Comic Sans MS"/>
              </a:rPr>
              <a:t> </a:t>
            </a:r>
            <a:r>
              <a:rPr sz="2400" spc="-20" dirty="0">
                <a:latin typeface="Comic Sans MS"/>
                <a:cs typeface="Comic Sans MS"/>
              </a:rPr>
              <a:t>both 	</a:t>
            </a:r>
            <a:r>
              <a:rPr sz="2400" dirty="0">
                <a:latin typeface="Comic Sans MS"/>
                <a:cs typeface="Comic Sans MS"/>
              </a:rPr>
              <a:t>text</a:t>
            </a:r>
            <a:r>
              <a:rPr sz="2400" spc="409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and</a:t>
            </a:r>
            <a:r>
              <a:rPr sz="2400" spc="4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graphics.</a:t>
            </a:r>
            <a:r>
              <a:rPr sz="2400" spc="4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4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header</a:t>
            </a:r>
            <a:r>
              <a:rPr sz="2400" spc="4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element</a:t>
            </a:r>
            <a:r>
              <a:rPr sz="2400" spc="41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can</a:t>
            </a:r>
            <a:r>
              <a:rPr sz="2400" spc="4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be</a:t>
            </a:r>
            <a:r>
              <a:rPr sz="2400" spc="4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used</a:t>
            </a:r>
            <a:r>
              <a:rPr sz="2400" spc="4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multiple</a:t>
            </a:r>
            <a:r>
              <a:rPr sz="2400" spc="4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times</a:t>
            </a:r>
            <a:r>
              <a:rPr sz="2400" spc="4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on</a:t>
            </a:r>
            <a:r>
              <a:rPr sz="2400" spc="425" dirty="0">
                <a:latin typeface="Comic Sans MS"/>
                <a:cs typeface="Comic Sans MS"/>
              </a:rPr>
              <a:t> </a:t>
            </a:r>
            <a:r>
              <a:rPr sz="2400" spc="-50" dirty="0">
                <a:latin typeface="Comic Sans MS"/>
                <a:cs typeface="Comic Sans MS"/>
              </a:rPr>
              <a:t>a 	</a:t>
            </a:r>
            <a:r>
              <a:rPr sz="2400" dirty="0">
                <a:latin typeface="Comic Sans MS"/>
                <a:cs typeface="Comic Sans MS"/>
              </a:rPr>
              <a:t>page</a:t>
            </a:r>
            <a:r>
              <a:rPr sz="2400" spc="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and can</a:t>
            </a:r>
            <a:r>
              <a:rPr sz="2400" spc="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include</a:t>
            </a:r>
            <a:r>
              <a:rPr sz="2400" spc="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HTML</a:t>
            </a:r>
            <a:r>
              <a:rPr sz="2400" spc="1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headings</a:t>
            </a:r>
            <a:r>
              <a:rPr sz="2400" spc="-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(&lt;h1&gt; through</a:t>
            </a:r>
            <a:r>
              <a:rPr sz="2400" spc="-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&lt;h6&gt;), navigation, </a:t>
            </a:r>
            <a:r>
              <a:rPr sz="2400" spc="-10" dirty="0">
                <a:latin typeface="Comic Sans MS"/>
                <a:cs typeface="Comic Sans MS"/>
              </a:rPr>
              <a:t>images 	</a:t>
            </a:r>
            <a:r>
              <a:rPr sz="2400" dirty="0">
                <a:latin typeface="Comic Sans MS"/>
                <a:cs typeface="Comic Sans MS"/>
              </a:rPr>
              <a:t>and</a:t>
            </a:r>
            <a:r>
              <a:rPr sz="2400" spc="-6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logos</a:t>
            </a:r>
            <a:r>
              <a:rPr sz="2400" spc="-6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and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spc="-20" dirty="0">
                <a:latin typeface="Comic Sans MS"/>
                <a:cs typeface="Comic Sans MS"/>
              </a:rPr>
              <a:t>more</a:t>
            </a:r>
            <a:endParaRPr sz="2400">
              <a:latin typeface="Comic Sans MS"/>
              <a:cs typeface="Comic Sans MS"/>
            </a:endParaRPr>
          </a:p>
          <a:p>
            <a:pPr marL="504825" indent="-350520" algn="just">
              <a:lnSpc>
                <a:spcPct val="100000"/>
              </a:lnSpc>
              <a:spcBef>
                <a:spcPts val="2065"/>
              </a:spcBef>
              <a:buAutoNum type="arabicPeriod" startAt="2"/>
              <a:tabLst>
                <a:tab pos="504825" algn="l"/>
              </a:tabLst>
            </a:pPr>
            <a:r>
              <a:rPr sz="2400" dirty="0">
                <a:solidFill>
                  <a:srgbClr val="006FC0"/>
                </a:solidFill>
                <a:latin typeface="Comic Sans MS"/>
                <a:cs typeface="Comic Sans MS"/>
              </a:rPr>
              <a:t>footer</a:t>
            </a:r>
            <a:r>
              <a:rPr sz="2400" spc="-30" dirty="0">
                <a:solidFill>
                  <a:srgbClr val="006FC0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Comic Sans MS"/>
                <a:cs typeface="Comic Sans MS"/>
              </a:rPr>
              <a:t>Element</a:t>
            </a:r>
            <a:endParaRPr sz="2400">
              <a:latin typeface="Comic Sans MS"/>
              <a:cs typeface="Comic Sans MS"/>
            </a:endParaRPr>
          </a:p>
          <a:p>
            <a:pPr marL="467995" marR="5080" lvl="1" indent="-328930" algn="just">
              <a:lnSpc>
                <a:spcPct val="130000"/>
              </a:lnSpc>
              <a:spcBef>
                <a:spcPts val="1200"/>
              </a:spcBef>
              <a:buSzPct val="66666"/>
              <a:buChar char="●"/>
              <a:tabLst>
                <a:tab pos="469900" algn="l"/>
              </a:tabLst>
            </a:pP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41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footer</a:t>
            </a:r>
            <a:r>
              <a:rPr sz="2400" spc="41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element</a:t>
            </a:r>
            <a:r>
              <a:rPr sz="2400" spc="409" dirty="0"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describes</a:t>
            </a:r>
            <a:r>
              <a:rPr sz="2400" spc="40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sz="2400" spc="40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footer—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content</a:t>
            </a:r>
            <a:r>
              <a:rPr sz="2400" spc="39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that</a:t>
            </a:r>
            <a:r>
              <a:rPr sz="2400" spc="40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usually</a:t>
            </a:r>
            <a:r>
              <a:rPr sz="2400" spc="409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appears</a:t>
            </a:r>
            <a:r>
              <a:rPr sz="2400" spc="390" dirty="0">
                <a:latin typeface="Comic Sans MS"/>
                <a:cs typeface="Comic Sans MS"/>
              </a:rPr>
              <a:t> </a:t>
            </a:r>
            <a:r>
              <a:rPr sz="2400" spc="-25" dirty="0">
                <a:latin typeface="Comic Sans MS"/>
                <a:cs typeface="Comic Sans MS"/>
              </a:rPr>
              <a:t>at 	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2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bottom</a:t>
            </a:r>
            <a:r>
              <a:rPr sz="2400" spc="24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of</a:t>
            </a:r>
            <a:r>
              <a:rPr sz="2400" spc="2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2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content</a:t>
            </a:r>
            <a:r>
              <a:rPr sz="2400" spc="254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or</a:t>
            </a:r>
            <a:r>
              <a:rPr sz="2400" spc="2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section</a:t>
            </a:r>
            <a:r>
              <a:rPr sz="2400" spc="26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element.</a:t>
            </a:r>
            <a:r>
              <a:rPr sz="2400" spc="2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We</a:t>
            </a:r>
            <a:r>
              <a:rPr sz="2400" spc="24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can</a:t>
            </a:r>
            <a:r>
              <a:rPr sz="2400" spc="2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use</a:t>
            </a:r>
            <a:r>
              <a:rPr sz="2400" spc="254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254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footer</a:t>
            </a:r>
            <a:r>
              <a:rPr sz="2400" spc="245" dirty="0">
                <a:latin typeface="Comic Sans MS"/>
                <a:cs typeface="Comic Sans MS"/>
              </a:rPr>
              <a:t> </a:t>
            </a:r>
            <a:r>
              <a:rPr sz="2400" spc="-25" dirty="0">
                <a:latin typeface="Comic Sans MS"/>
                <a:cs typeface="Comic Sans MS"/>
              </a:rPr>
              <a:t>to 	</a:t>
            </a:r>
            <a:r>
              <a:rPr sz="2400" dirty="0">
                <a:latin typeface="Comic Sans MS"/>
                <a:cs typeface="Comic Sans MS"/>
              </a:rPr>
              <a:t>describe</a:t>
            </a:r>
            <a:r>
              <a:rPr sz="2400" spc="-7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-8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copyright</a:t>
            </a:r>
            <a:r>
              <a:rPr sz="2400" spc="-6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notice</a:t>
            </a:r>
            <a:r>
              <a:rPr sz="2400" spc="-6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and</a:t>
            </a:r>
            <a:r>
              <a:rPr sz="2400" spc="-7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contact</a:t>
            </a:r>
            <a:r>
              <a:rPr sz="2400" spc="-6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information</a:t>
            </a:r>
            <a:endParaRPr sz="2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4487" y="786765"/>
            <a:ext cx="11205845" cy="543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685" indent="-263525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SzPct val="95833"/>
              <a:buFont typeface="Comic Sans MS"/>
              <a:buAutoNum type="arabicPeriod" startAt="3"/>
              <a:tabLst>
                <a:tab pos="273685" algn="l"/>
              </a:tabLst>
            </a:pPr>
            <a:r>
              <a:rPr sz="2400" dirty="0">
                <a:solidFill>
                  <a:srgbClr val="006FC0"/>
                </a:solidFill>
                <a:latin typeface="Comic Sans MS"/>
                <a:cs typeface="Comic Sans MS"/>
              </a:rPr>
              <a:t>section</a:t>
            </a:r>
            <a:r>
              <a:rPr sz="2400" spc="-35" dirty="0">
                <a:solidFill>
                  <a:srgbClr val="006FC0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Comic Sans MS"/>
                <a:cs typeface="Comic Sans MS"/>
              </a:rPr>
              <a:t>Element</a:t>
            </a:r>
            <a:endParaRPr sz="2400">
              <a:latin typeface="Comic Sans MS"/>
              <a:cs typeface="Comic Sans MS"/>
            </a:endParaRPr>
          </a:p>
          <a:p>
            <a:pPr marL="467995" marR="5080" lvl="1" indent="-328930" algn="just">
              <a:lnSpc>
                <a:spcPct val="130100"/>
              </a:lnSpc>
              <a:spcBef>
                <a:spcPts val="1195"/>
              </a:spcBef>
              <a:buSzPct val="66666"/>
              <a:buChar char="●"/>
              <a:tabLst>
                <a:tab pos="469900" algn="l"/>
              </a:tabLst>
            </a:pP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56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section</a:t>
            </a:r>
            <a:r>
              <a:rPr sz="2400" spc="56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element</a:t>
            </a:r>
            <a:r>
              <a:rPr sz="2400" spc="545" dirty="0"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describes</a:t>
            </a:r>
            <a:r>
              <a:rPr sz="2400" spc="5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sz="2400" spc="5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section</a:t>
            </a:r>
            <a:r>
              <a:rPr sz="2400" spc="56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of</a:t>
            </a:r>
            <a:r>
              <a:rPr sz="2400" spc="55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sz="2400" spc="55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document</a:t>
            </a:r>
            <a:r>
              <a:rPr sz="2400" dirty="0">
                <a:latin typeface="Comic Sans MS"/>
                <a:cs typeface="Comic Sans MS"/>
              </a:rPr>
              <a:t>,</a:t>
            </a:r>
            <a:r>
              <a:rPr sz="2400" spc="5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usually</a:t>
            </a:r>
            <a:r>
              <a:rPr sz="2400" spc="5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with</a:t>
            </a:r>
            <a:r>
              <a:rPr sz="2400" spc="545" dirty="0">
                <a:latin typeface="Comic Sans MS"/>
                <a:cs typeface="Comic Sans MS"/>
              </a:rPr>
              <a:t> </a:t>
            </a:r>
            <a:r>
              <a:rPr sz="2400" spc="-50" dirty="0">
                <a:latin typeface="Comic Sans MS"/>
                <a:cs typeface="Comic Sans MS"/>
              </a:rPr>
              <a:t>a 	</a:t>
            </a:r>
            <a:r>
              <a:rPr sz="2400" dirty="0">
                <a:latin typeface="Comic Sans MS"/>
                <a:cs typeface="Comic Sans MS"/>
              </a:rPr>
              <a:t>heading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for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each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section—</a:t>
            </a:r>
            <a:r>
              <a:rPr sz="2400" dirty="0">
                <a:latin typeface="Comic Sans MS"/>
                <a:cs typeface="Comic Sans MS"/>
              </a:rPr>
              <a:t>these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elements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can</a:t>
            </a:r>
            <a:r>
              <a:rPr sz="2400" spc="-1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be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nested</a:t>
            </a:r>
            <a:endParaRPr sz="2400">
              <a:latin typeface="Comic Sans MS"/>
              <a:cs typeface="Comic Sans MS"/>
            </a:endParaRPr>
          </a:p>
          <a:p>
            <a:pPr marL="273685" indent="-263525">
              <a:lnSpc>
                <a:spcPct val="100000"/>
              </a:lnSpc>
              <a:spcBef>
                <a:spcPts val="2065"/>
              </a:spcBef>
              <a:buSzPct val="95833"/>
              <a:buAutoNum type="arabicPeriod" startAt="3"/>
              <a:tabLst>
                <a:tab pos="273685" algn="l"/>
              </a:tabLst>
            </a:pPr>
            <a:r>
              <a:rPr sz="2400" dirty="0">
                <a:solidFill>
                  <a:srgbClr val="006FC0"/>
                </a:solidFill>
                <a:latin typeface="Comic Sans MS"/>
                <a:cs typeface="Comic Sans MS"/>
              </a:rPr>
              <a:t>aside</a:t>
            </a:r>
            <a:r>
              <a:rPr sz="2400" spc="-45" dirty="0">
                <a:solidFill>
                  <a:srgbClr val="006FC0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Comic Sans MS"/>
                <a:cs typeface="Comic Sans MS"/>
              </a:rPr>
              <a:t>Element</a:t>
            </a:r>
            <a:endParaRPr sz="2400">
              <a:latin typeface="Comic Sans MS"/>
              <a:cs typeface="Comic Sans MS"/>
            </a:endParaRPr>
          </a:p>
          <a:p>
            <a:pPr marL="467995" lvl="1" indent="-328930" algn="just">
              <a:lnSpc>
                <a:spcPct val="100000"/>
              </a:lnSpc>
              <a:spcBef>
                <a:spcPts val="2065"/>
              </a:spcBef>
              <a:buSzPct val="66666"/>
              <a:buChar char="●"/>
              <a:tabLst>
                <a:tab pos="467995" algn="l"/>
              </a:tabLst>
            </a:pP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2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&lt;aside&gt;</a:t>
            </a:r>
            <a:r>
              <a:rPr sz="2400" spc="2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tag</a:t>
            </a:r>
            <a:r>
              <a:rPr sz="2400" spc="2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is</a:t>
            </a:r>
            <a:r>
              <a:rPr sz="2400" spc="2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used</a:t>
            </a:r>
            <a:r>
              <a:rPr sz="2400" spc="2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to</a:t>
            </a:r>
            <a:r>
              <a:rPr sz="2400" spc="235" dirty="0"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describe</a:t>
            </a:r>
            <a:r>
              <a:rPr sz="2400" spc="22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the</a:t>
            </a:r>
            <a:r>
              <a:rPr sz="2400" spc="2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main</a:t>
            </a:r>
            <a:r>
              <a:rPr sz="2400" spc="2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object</a:t>
            </a:r>
            <a:r>
              <a:rPr sz="2400" spc="2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of</a:t>
            </a:r>
            <a:r>
              <a:rPr sz="2400" spc="2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the</a:t>
            </a:r>
            <a:r>
              <a:rPr sz="2400" spc="22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web</a:t>
            </a:r>
            <a:r>
              <a:rPr sz="2400" spc="2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page</a:t>
            </a:r>
            <a:r>
              <a:rPr sz="2400" spc="2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in</a:t>
            </a:r>
            <a:r>
              <a:rPr sz="2400" spc="229" dirty="0">
                <a:latin typeface="Comic Sans MS"/>
                <a:cs typeface="Comic Sans MS"/>
              </a:rPr>
              <a:t> </a:t>
            </a:r>
            <a:r>
              <a:rPr sz="2400" spc="-50" dirty="0">
                <a:latin typeface="Comic Sans MS"/>
                <a:cs typeface="Comic Sans MS"/>
              </a:rPr>
              <a:t>a</a:t>
            </a:r>
            <a:endParaRPr sz="2400">
              <a:latin typeface="Comic Sans MS"/>
              <a:cs typeface="Comic Sans MS"/>
            </a:endParaRPr>
          </a:p>
          <a:p>
            <a:pPr marL="469900">
              <a:lnSpc>
                <a:spcPct val="100000"/>
              </a:lnSpc>
              <a:spcBef>
                <a:spcPts val="865"/>
              </a:spcBef>
            </a:pPr>
            <a:r>
              <a:rPr sz="2400" dirty="0">
                <a:latin typeface="Comic Sans MS"/>
                <a:cs typeface="Comic Sans MS"/>
              </a:rPr>
              <a:t>shorter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way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like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highlighter.</a:t>
            </a:r>
            <a:endParaRPr sz="2400">
              <a:latin typeface="Comic Sans MS"/>
              <a:cs typeface="Comic Sans MS"/>
            </a:endParaRPr>
          </a:p>
          <a:p>
            <a:pPr marL="489584" indent="-350520" algn="just">
              <a:lnSpc>
                <a:spcPct val="100000"/>
              </a:lnSpc>
              <a:spcBef>
                <a:spcPts val="2065"/>
              </a:spcBef>
              <a:buAutoNum type="arabicPeriod" startAt="5"/>
              <a:tabLst>
                <a:tab pos="489584" algn="l"/>
              </a:tabLst>
            </a:pPr>
            <a:r>
              <a:rPr sz="2400" dirty="0">
                <a:solidFill>
                  <a:srgbClr val="006FC0"/>
                </a:solidFill>
                <a:latin typeface="Comic Sans MS"/>
                <a:cs typeface="Comic Sans MS"/>
              </a:rPr>
              <a:t>article</a:t>
            </a:r>
            <a:r>
              <a:rPr sz="2400" spc="-10" dirty="0">
                <a:solidFill>
                  <a:srgbClr val="006FC0"/>
                </a:solidFill>
                <a:latin typeface="Comic Sans MS"/>
                <a:cs typeface="Comic Sans MS"/>
              </a:rPr>
              <a:t> Element</a:t>
            </a:r>
            <a:endParaRPr sz="2400">
              <a:latin typeface="Comic Sans MS"/>
              <a:cs typeface="Comic Sans MS"/>
            </a:endParaRPr>
          </a:p>
          <a:p>
            <a:pPr marL="468630" marR="6985" lvl="1" indent="-314325" algn="just">
              <a:lnSpc>
                <a:spcPct val="130000"/>
              </a:lnSpc>
              <a:spcBef>
                <a:spcPts val="1200"/>
              </a:spcBef>
              <a:buChar char="●"/>
              <a:tabLst>
                <a:tab pos="469900" algn="l"/>
              </a:tabLst>
            </a:pP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article</a:t>
            </a:r>
            <a:r>
              <a:rPr sz="2400" spc="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element</a:t>
            </a:r>
            <a:r>
              <a:rPr sz="2400" spc="1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describes</a:t>
            </a:r>
            <a:r>
              <a:rPr sz="2400" spc="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standalone</a:t>
            </a:r>
            <a:r>
              <a:rPr sz="2400" spc="5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content</a:t>
            </a:r>
            <a:r>
              <a:rPr sz="2400" spc="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that</a:t>
            </a:r>
            <a:r>
              <a:rPr sz="2400" spc="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could</a:t>
            </a:r>
            <a:r>
              <a:rPr sz="2400" spc="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potentially</a:t>
            </a:r>
            <a:r>
              <a:rPr sz="2400" spc="30" dirty="0">
                <a:latin typeface="Comic Sans MS"/>
                <a:cs typeface="Comic Sans MS"/>
              </a:rPr>
              <a:t> </a:t>
            </a:r>
            <a:r>
              <a:rPr sz="2400" spc="-25" dirty="0">
                <a:latin typeface="Comic Sans MS"/>
                <a:cs typeface="Comic Sans MS"/>
              </a:rPr>
              <a:t>be 	</a:t>
            </a:r>
            <a:r>
              <a:rPr sz="2400" dirty="0">
                <a:latin typeface="Comic Sans MS"/>
                <a:cs typeface="Comic Sans MS"/>
              </a:rPr>
              <a:t>used</a:t>
            </a:r>
            <a:r>
              <a:rPr sz="2400" spc="2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or</a:t>
            </a:r>
            <a:r>
              <a:rPr sz="2400" spc="21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distributed</a:t>
            </a:r>
            <a:r>
              <a:rPr sz="2400" spc="204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elsewhere,</a:t>
            </a:r>
            <a:r>
              <a:rPr sz="2400" spc="229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such</a:t>
            </a:r>
            <a:r>
              <a:rPr sz="2400" spc="21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as</a:t>
            </a:r>
            <a:r>
              <a:rPr sz="2400" spc="21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</a:t>
            </a:r>
            <a:r>
              <a:rPr sz="2400" spc="204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news</a:t>
            </a:r>
            <a:r>
              <a:rPr sz="2400" spc="21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article,</a:t>
            </a:r>
            <a:r>
              <a:rPr sz="2400" spc="2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forum</a:t>
            </a:r>
            <a:r>
              <a:rPr sz="2400" spc="204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post</a:t>
            </a:r>
            <a:r>
              <a:rPr sz="2400" spc="21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or</a:t>
            </a:r>
            <a:r>
              <a:rPr sz="2400" spc="210" dirty="0">
                <a:latin typeface="Comic Sans MS"/>
                <a:cs typeface="Comic Sans MS"/>
              </a:rPr>
              <a:t> </a:t>
            </a:r>
            <a:r>
              <a:rPr sz="2400" spc="-20" dirty="0">
                <a:latin typeface="Comic Sans MS"/>
                <a:cs typeface="Comic Sans MS"/>
              </a:rPr>
              <a:t>blog 	</a:t>
            </a:r>
            <a:r>
              <a:rPr sz="2400" spc="-10" dirty="0">
                <a:latin typeface="Comic Sans MS"/>
                <a:cs typeface="Comic Sans MS"/>
              </a:rPr>
              <a:t>entry.</a:t>
            </a:r>
            <a:endParaRPr sz="2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887" y="215645"/>
            <a:ext cx="7142480" cy="6641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omic Sans MS"/>
                <a:cs typeface="Comic Sans MS"/>
              </a:rPr>
              <a:t>&lt;!DOCTYPE</a:t>
            </a:r>
            <a:r>
              <a:rPr sz="1400" spc="-60" dirty="0">
                <a:latin typeface="Comic Sans MS"/>
                <a:cs typeface="Comic Sans MS"/>
              </a:rPr>
              <a:t> </a:t>
            </a:r>
            <a:r>
              <a:rPr sz="1400" spc="-10" dirty="0">
                <a:latin typeface="Comic Sans MS"/>
                <a:cs typeface="Comic Sans MS"/>
              </a:rPr>
              <a:t>html&gt;</a:t>
            </a:r>
            <a:endParaRPr sz="1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omic Sans MS"/>
                <a:cs typeface="Comic Sans MS"/>
              </a:rPr>
              <a:t>&lt;html&gt;</a:t>
            </a:r>
            <a:endParaRPr sz="1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Comic Sans MS"/>
                <a:cs typeface="Comic Sans MS"/>
              </a:rPr>
              <a:t>&lt;body&gt;</a:t>
            </a:r>
            <a:endParaRPr sz="1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1400" spc="-10" dirty="0">
                <a:solidFill>
                  <a:srgbClr val="FF0000"/>
                </a:solidFill>
                <a:latin typeface="Comic Sans MS"/>
                <a:cs typeface="Comic Sans MS"/>
              </a:rPr>
              <a:t>&lt;section&gt;</a:t>
            </a:r>
            <a:endParaRPr sz="1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latin typeface="Comic Sans MS"/>
                <a:cs typeface="Comic Sans MS"/>
              </a:rPr>
              <a:t>&lt;article&gt;</a:t>
            </a:r>
            <a:endParaRPr sz="1400">
              <a:latin typeface="Comic Sans MS"/>
              <a:cs typeface="Comic Sans MS"/>
            </a:endParaRPr>
          </a:p>
          <a:p>
            <a:pPr marL="117475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latin typeface="Comic Sans MS"/>
                <a:cs typeface="Comic Sans MS"/>
              </a:rPr>
              <a:t>&lt;header&gt;</a:t>
            </a:r>
            <a:endParaRPr sz="1400">
              <a:latin typeface="Comic Sans MS"/>
              <a:cs typeface="Comic Sans MS"/>
            </a:endParaRPr>
          </a:p>
          <a:p>
            <a:pPr marL="222885">
              <a:lnSpc>
                <a:spcPct val="100000"/>
              </a:lnSpc>
              <a:spcBef>
                <a:spcPts val="844"/>
              </a:spcBef>
            </a:pPr>
            <a:r>
              <a:rPr sz="1400" dirty="0">
                <a:latin typeface="Comic Sans MS"/>
                <a:cs typeface="Comic Sans MS"/>
              </a:rPr>
              <a:t>&lt;h1&gt;A</a:t>
            </a:r>
            <a:r>
              <a:rPr sz="1400" spc="-5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heading</a:t>
            </a:r>
            <a:r>
              <a:rPr sz="1400" spc="-55" dirty="0">
                <a:latin typeface="Comic Sans MS"/>
                <a:cs typeface="Comic Sans MS"/>
              </a:rPr>
              <a:t> </a:t>
            </a:r>
            <a:r>
              <a:rPr sz="1400" spc="-10" dirty="0">
                <a:latin typeface="Comic Sans MS"/>
                <a:cs typeface="Comic Sans MS"/>
              </a:rPr>
              <a:t>here&lt;/h1&gt;</a:t>
            </a:r>
            <a:endParaRPr sz="1400">
              <a:latin typeface="Comic Sans MS"/>
              <a:cs typeface="Comic Sans MS"/>
            </a:endParaRPr>
          </a:p>
          <a:p>
            <a:pPr marL="117475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latin typeface="Comic Sans MS"/>
                <a:cs typeface="Comic Sans MS"/>
              </a:rPr>
              <a:t>&lt;/header&gt;</a:t>
            </a:r>
            <a:endParaRPr sz="1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latin typeface="Comic Sans MS"/>
                <a:cs typeface="Comic Sans MS"/>
              </a:rPr>
              <a:t>&lt;/article&gt;</a:t>
            </a:r>
            <a:endParaRPr sz="1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latin typeface="Comic Sans MS"/>
                <a:cs typeface="Comic Sans MS"/>
              </a:rPr>
              <a:t>&lt;aside&gt;</a:t>
            </a:r>
            <a:endParaRPr sz="1400">
              <a:latin typeface="Comic Sans MS"/>
              <a:cs typeface="Comic Sans MS"/>
            </a:endParaRPr>
          </a:p>
          <a:p>
            <a:pPr marL="43307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Comic Sans MS"/>
                <a:cs typeface="Comic Sans MS"/>
              </a:rPr>
              <a:t>&lt;h1&gt;This</a:t>
            </a:r>
            <a:r>
              <a:rPr sz="1400" spc="-6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is</a:t>
            </a:r>
            <a:r>
              <a:rPr sz="1400" spc="-2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heading</a:t>
            </a:r>
            <a:r>
              <a:rPr sz="1400" spc="-5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text</a:t>
            </a:r>
            <a:r>
              <a:rPr sz="1400" spc="-2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in</a:t>
            </a:r>
            <a:r>
              <a:rPr sz="1400" spc="-2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aside</a:t>
            </a:r>
            <a:r>
              <a:rPr sz="1400" spc="-35" dirty="0">
                <a:latin typeface="Comic Sans MS"/>
                <a:cs typeface="Comic Sans MS"/>
              </a:rPr>
              <a:t> </a:t>
            </a:r>
            <a:r>
              <a:rPr sz="1400" spc="-10" dirty="0">
                <a:latin typeface="Comic Sans MS"/>
                <a:cs typeface="Comic Sans MS"/>
              </a:rPr>
              <a:t>Tag&lt;/h1&gt;</a:t>
            </a:r>
            <a:endParaRPr sz="1400">
              <a:latin typeface="Comic Sans MS"/>
              <a:cs typeface="Comic Sans MS"/>
            </a:endParaRPr>
          </a:p>
          <a:p>
            <a:pPr marL="43307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Comic Sans MS"/>
                <a:cs typeface="Comic Sans MS"/>
              </a:rPr>
              <a:t>&lt;p&gt;This</a:t>
            </a:r>
            <a:r>
              <a:rPr sz="1400" spc="-4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is</a:t>
            </a:r>
            <a:r>
              <a:rPr sz="1400" spc="-2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paragraph</a:t>
            </a:r>
            <a:r>
              <a:rPr sz="1400" spc="-5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text</a:t>
            </a:r>
            <a:r>
              <a:rPr sz="1400" spc="-2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in</a:t>
            </a:r>
            <a:r>
              <a:rPr sz="1400" spc="-2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aside</a:t>
            </a:r>
            <a:r>
              <a:rPr sz="1400" spc="-30" dirty="0">
                <a:latin typeface="Comic Sans MS"/>
                <a:cs typeface="Comic Sans MS"/>
              </a:rPr>
              <a:t> </a:t>
            </a:r>
            <a:r>
              <a:rPr sz="1400" spc="-10" dirty="0">
                <a:latin typeface="Comic Sans MS"/>
                <a:cs typeface="Comic Sans MS"/>
              </a:rPr>
              <a:t>Tag&lt;/p&gt;</a:t>
            </a:r>
            <a:endParaRPr sz="1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latin typeface="Comic Sans MS"/>
                <a:cs typeface="Comic Sans MS"/>
              </a:rPr>
              <a:t>&lt;/aside&gt;</a:t>
            </a:r>
            <a:endParaRPr sz="1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solidFill>
                  <a:srgbClr val="FF0000"/>
                </a:solidFill>
                <a:latin typeface="Comic Sans MS"/>
                <a:cs typeface="Comic Sans MS"/>
              </a:rPr>
              <a:t>&lt;/section&gt;</a:t>
            </a:r>
            <a:endParaRPr sz="1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solidFill>
                  <a:srgbClr val="006FC0"/>
                </a:solidFill>
                <a:latin typeface="Comic Sans MS"/>
                <a:cs typeface="Comic Sans MS"/>
              </a:rPr>
              <a:t>&lt;footer&gt;</a:t>
            </a:r>
            <a:endParaRPr sz="1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Comic Sans MS"/>
                <a:cs typeface="Comic Sans MS"/>
              </a:rPr>
              <a:t>&lt;h6&gt;&amp;copy;</a:t>
            </a:r>
            <a:r>
              <a:rPr sz="1400" spc="-60" dirty="0">
                <a:latin typeface="Comic Sans MS"/>
                <a:cs typeface="Comic Sans MS"/>
              </a:rPr>
              <a:t> </a:t>
            </a:r>
            <a:r>
              <a:rPr sz="1400" spc="-10" dirty="0">
                <a:latin typeface="Comic Sans MS"/>
                <a:cs typeface="Comic Sans MS"/>
              </a:rPr>
              <a:t>1992-</a:t>
            </a:r>
            <a:r>
              <a:rPr sz="1400" dirty="0">
                <a:latin typeface="Comic Sans MS"/>
                <a:cs typeface="Comic Sans MS"/>
              </a:rPr>
              <a:t>2012</a:t>
            </a:r>
            <a:r>
              <a:rPr sz="1400" spc="-5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by</a:t>
            </a:r>
            <a:r>
              <a:rPr sz="1400" spc="-2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Deitel</a:t>
            </a:r>
            <a:r>
              <a:rPr sz="1400" spc="-4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&amp;amp;</a:t>
            </a:r>
            <a:r>
              <a:rPr sz="1400" spc="-4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Associ&lt;wbr&gt;ates,</a:t>
            </a:r>
            <a:r>
              <a:rPr sz="1400" spc="-4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Inc.All</a:t>
            </a:r>
            <a:r>
              <a:rPr sz="1400" spc="-1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Rights</a:t>
            </a:r>
            <a:r>
              <a:rPr sz="1400" spc="-50" dirty="0">
                <a:latin typeface="Comic Sans MS"/>
                <a:cs typeface="Comic Sans MS"/>
              </a:rPr>
              <a:t> </a:t>
            </a:r>
            <a:r>
              <a:rPr sz="1400" spc="-10" dirty="0">
                <a:latin typeface="Comic Sans MS"/>
                <a:cs typeface="Comic Sans MS"/>
              </a:rPr>
              <a:t>Reserved.&lt;/h6&gt;</a:t>
            </a:r>
            <a:endParaRPr sz="1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400" spc="-10" dirty="0">
                <a:latin typeface="Comic Sans MS"/>
                <a:cs typeface="Comic Sans MS"/>
              </a:rPr>
              <a:t>&lt;address&gt;</a:t>
            </a:r>
            <a:endParaRPr sz="1400">
              <a:latin typeface="Comic Sans MS"/>
              <a:cs typeface="Comic Sans MS"/>
            </a:endParaRPr>
          </a:p>
          <a:p>
            <a:pPr marL="12700" marR="2906395">
              <a:lnSpc>
                <a:spcPct val="150000"/>
              </a:lnSpc>
            </a:pPr>
            <a:r>
              <a:rPr sz="1400" dirty="0">
                <a:latin typeface="Comic Sans MS"/>
                <a:cs typeface="Comic Sans MS"/>
              </a:rPr>
              <a:t>Contact</a:t>
            </a:r>
            <a:r>
              <a:rPr sz="1400" spc="-3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us</a:t>
            </a:r>
            <a:r>
              <a:rPr sz="1400" spc="-2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at</a:t>
            </a:r>
            <a:r>
              <a:rPr sz="1400" spc="-3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&lt;a</a:t>
            </a:r>
            <a:r>
              <a:rPr sz="1400" spc="-2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href</a:t>
            </a:r>
            <a:r>
              <a:rPr sz="1400" spc="-3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=</a:t>
            </a:r>
            <a:r>
              <a:rPr sz="1400" spc="-25" dirty="0">
                <a:latin typeface="Comic Sans MS"/>
                <a:cs typeface="Comic Sans MS"/>
              </a:rPr>
              <a:t> </a:t>
            </a:r>
            <a:r>
              <a:rPr sz="1400" spc="-10" dirty="0">
                <a:latin typeface="Comic Sans MS"/>
                <a:cs typeface="Comic Sans MS"/>
              </a:rPr>
              <a:t>"</a:t>
            </a:r>
            <a:r>
              <a:rPr sz="1400" spc="-10" dirty="0">
                <a:latin typeface="Comic Sans MS"/>
                <a:cs typeface="Comic Sans MS"/>
                <a:hlinkClick r:id="rId2"/>
              </a:rPr>
              <a:t>mailto:deitel@deitel.com</a:t>
            </a:r>
            <a:r>
              <a:rPr sz="1400" spc="-10" dirty="0">
                <a:latin typeface="Comic Sans MS"/>
                <a:cs typeface="Comic Sans MS"/>
              </a:rPr>
              <a:t>"&gt; </a:t>
            </a:r>
            <a:r>
              <a:rPr sz="1400" spc="-10" dirty="0">
                <a:latin typeface="Comic Sans MS"/>
                <a:cs typeface="Comic Sans MS"/>
                <a:hlinkClick r:id="rId2"/>
              </a:rPr>
              <a:t>deitel@deitel.com&lt;</a:t>
            </a:r>
            <a:r>
              <a:rPr sz="1400" spc="-10" dirty="0">
                <a:latin typeface="Comic Sans MS"/>
                <a:cs typeface="Comic Sans MS"/>
              </a:rPr>
              <a:t>/a&gt;</a:t>
            </a:r>
            <a:endParaRPr sz="1400">
              <a:latin typeface="Comic Sans MS"/>
              <a:cs typeface="Comic Sans MS"/>
            </a:endParaRPr>
          </a:p>
          <a:p>
            <a:pPr marL="64135">
              <a:lnSpc>
                <a:spcPct val="100000"/>
              </a:lnSpc>
              <a:spcBef>
                <a:spcPts val="275"/>
              </a:spcBef>
            </a:pPr>
            <a:r>
              <a:rPr sz="1400" spc="-10" dirty="0">
                <a:latin typeface="Comic Sans MS"/>
                <a:cs typeface="Comic Sans MS"/>
              </a:rPr>
              <a:t>&lt;/address&gt;</a:t>
            </a:r>
            <a:endParaRPr sz="1400">
              <a:latin typeface="Comic Sans MS"/>
              <a:cs typeface="Comic Sans MS"/>
            </a:endParaRPr>
          </a:p>
          <a:p>
            <a:pPr marL="64135">
              <a:lnSpc>
                <a:spcPct val="100000"/>
              </a:lnSpc>
            </a:pPr>
            <a:r>
              <a:rPr sz="1400" spc="-10" dirty="0">
                <a:solidFill>
                  <a:srgbClr val="006FC0"/>
                </a:solidFill>
                <a:latin typeface="Comic Sans MS"/>
                <a:cs typeface="Comic Sans MS"/>
              </a:rPr>
              <a:t>&lt;/footer&gt;</a:t>
            </a:r>
            <a:endParaRPr sz="1400">
              <a:latin typeface="Comic Sans MS"/>
              <a:cs typeface="Comic Sans MS"/>
            </a:endParaRPr>
          </a:p>
          <a:p>
            <a:pPr marL="64135">
              <a:lnSpc>
                <a:spcPct val="100000"/>
              </a:lnSpc>
            </a:pPr>
            <a:r>
              <a:rPr sz="1400" spc="-10" dirty="0">
                <a:latin typeface="Comic Sans MS"/>
                <a:cs typeface="Comic Sans MS"/>
              </a:rPr>
              <a:t>&lt;/body&gt;</a:t>
            </a:r>
            <a:endParaRPr sz="1400">
              <a:latin typeface="Comic Sans MS"/>
              <a:cs typeface="Comic Sans MS"/>
            </a:endParaRPr>
          </a:p>
          <a:p>
            <a:pPr marL="64135">
              <a:lnSpc>
                <a:spcPct val="100000"/>
              </a:lnSpc>
            </a:pPr>
            <a:r>
              <a:rPr sz="1400" spc="-10" dirty="0">
                <a:latin typeface="Comic Sans MS"/>
                <a:cs typeface="Comic Sans MS"/>
              </a:rPr>
              <a:t>&lt;/html&gt;</a:t>
            </a:r>
            <a:endParaRPr sz="1400">
              <a:latin typeface="Comic Sans MS"/>
              <a:cs typeface="Comic Sans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955547"/>
            <a:ext cx="3926339" cy="2795016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0879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Comic Sans MS"/>
                <a:cs typeface="Comic Sans MS"/>
              </a:rPr>
              <a:t>Exercise</a:t>
            </a:r>
            <a:r>
              <a:rPr sz="4000" b="1" spc="-190" dirty="0">
                <a:latin typeface="Comic Sans MS"/>
                <a:cs typeface="Comic Sans MS"/>
              </a:rPr>
              <a:t> </a:t>
            </a:r>
            <a:r>
              <a:rPr sz="4000" b="1" spc="-10" dirty="0">
                <a:latin typeface="Comic Sans MS"/>
                <a:cs typeface="Comic Sans MS"/>
              </a:rPr>
              <a:t>Problems</a:t>
            </a:r>
            <a:endParaRPr sz="40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6887" y="1526819"/>
            <a:ext cx="11023600" cy="130556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780"/>
              </a:spcBef>
              <a:buSzPct val="64285"/>
              <a:buAutoNum type="arabicPeriod"/>
              <a:tabLst>
                <a:tab pos="527685" algn="l"/>
              </a:tabLst>
            </a:pPr>
            <a:r>
              <a:rPr sz="2800" dirty="0">
                <a:latin typeface="Comic Sans MS"/>
                <a:cs typeface="Comic Sans MS"/>
              </a:rPr>
              <a:t>Design</a:t>
            </a:r>
            <a:r>
              <a:rPr sz="2800" spc="-7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the</a:t>
            </a:r>
            <a:r>
              <a:rPr sz="2800" spc="-8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class</a:t>
            </a:r>
            <a:r>
              <a:rPr sz="2800" spc="-8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timetable</a:t>
            </a:r>
            <a:r>
              <a:rPr sz="2800" spc="-5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using</a:t>
            </a:r>
            <a:r>
              <a:rPr sz="2800" spc="-75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tables</a:t>
            </a:r>
            <a:endParaRPr sz="2800" dirty="0">
              <a:latin typeface="Comic Sans MS"/>
              <a:cs typeface="Comic Sans MS"/>
            </a:endParaRPr>
          </a:p>
          <a:p>
            <a:pPr marL="527685" indent="-514984">
              <a:lnSpc>
                <a:spcPct val="100000"/>
              </a:lnSpc>
              <a:spcBef>
                <a:spcPts val="1680"/>
              </a:spcBef>
              <a:buSzPct val="64285"/>
              <a:buAutoNum type="arabicPeriod"/>
              <a:tabLst>
                <a:tab pos="527685" algn="l"/>
              </a:tabLst>
            </a:pPr>
            <a:r>
              <a:rPr sz="2800" dirty="0">
                <a:latin typeface="Calibri"/>
                <a:cs typeface="Calibri"/>
              </a:rPr>
              <a:t>Create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web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page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given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table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records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table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493" y="3842384"/>
            <a:ext cx="9781947" cy="1294495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7928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95"/>
              </a:spcBef>
            </a:pPr>
            <a:r>
              <a:rPr dirty="0"/>
              <a:t>3.</a:t>
            </a:r>
            <a:r>
              <a:rPr spc="-45" dirty="0"/>
              <a:t> </a:t>
            </a:r>
            <a:r>
              <a:rPr dirty="0"/>
              <a:t>Design</a:t>
            </a:r>
            <a:r>
              <a:rPr spc="-3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below</a:t>
            </a:r>
            <a:r>
              <a:rPr spc="-55" dirty="0"/>
              <a:t> </a:t>
            </a:r>
            <a:r>
              <a:rPr dirty="0"/>
              <a:t>table</a:t>
            </a:r>
            <a:r>
              <a:rPr spc="-3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fill</a:t>
            </a:r>
            <a:r>
              <a:rPr spc="-5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-20" dirty="0"/>
              <a:t>data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9584" y="1276753"/>
            <a:ext cx="10115115" cy="4423903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0887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95"/>
              </a:spcBef>
            </a:pPr>
            <a:r>
              <a:rPr dirty="0"/>
              <a:t>4.</a:t>
            </a:r>
            <a:r>
              <a:rPr spc="-75" dirty="0"/>
              <a:t> </a:t>
            </a:r>
            <a:r>
              <a:rPr dirty="0"/>
              <a:t>Create</a:t>
            </a:r>
            <a:r>
              <a:rPr spc="-65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dirty="0"/>
              <a:t>document</a:t>
            </a:r>
            <a:r>
              <a:rPr spc="-80" dirty="0"/>
              <a:t> </a:t>
            </a:r>
            <a:r>
              <a:rPr dirty="0"/>
              <a:t>representing</a:t>
            </a:r>
            <a:r>
              <a:rPr spc="-55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following</a:t>
            </a:r>
            <a:r>
              <a:rPr spc="-70" dirty="0"/>
              <a:t> </a:t>
            </a:r>
            <a:r>
              <a:rPr spc="-10" dirty="0"/>
              <a:t>table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662" y="1360634"/>
            <a:ext cx="10172819" cy="420622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9406" rIns="0" bIns="0" rtlCol="0">
            <a:spAutoFit/>
          </a:bodyPr>
          <a:lstStyle/>
          <a:p>
            <a:pPr marL="257810" marR="5080">
              <a:lnSpc>
                <a:spcPts val="3020"/>
              </a:lnSpc>
              <a:spcBef>
                <a:spcPts val="480"/>
              </a:spcBef>
            </a:pPr>
            <a:r>
              <a:rPr dirty="0"/>
              <a:t>5.</a:t>
            </a:r>
            <a:r>
              <a:rPr spc="-55" dirty="0"/>
              <a:t> </a:t>
            </a:r>
            <a:r>
              <a:rPr dirty="0"/>
              <a:t>Write</a:t>
            </a:r>
            <a:r>
              <a:rPr spc="-35" dirty="0"/>
              <a:t> </a:t>
            </a:r>
            <a:r>
              <a:rPr dirty="0"/>
              <a:t>HTML</a:t>
            </a:r>
            <a:r>
              <a:rPr spc="-50" dirty="0"/>
              <a:t> </a:t>
            </a:r>
            <a:r>
              <a:rPr dirty="0"/>
              <a:t>code</a:t>
            </a:r>
            <a:r>
              <a:rPr spc="-5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create</a:t>
            </a:r>
            <a:r>
              <a:rPr spc="-4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table</a:t>
            </a:r>
            <a:r>
              <a:rPr spc="-40" dirty="0"/>
              <a:t> </a:t>
            </a:r>
            <a:r>
              <a:rPr dirty="0"/>
              <a:t>shown</a:t>
            </a:r>
            <a:r>
              <a:rPr spc="-5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spc="-10" dirty="0"/>
              <a:t>following figure: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2767" y="1324355"/>
            <a:ext cx="9046464" cy="4209288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7286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95"/>
              </a:spcBef>
            </a:pPr>
            <a:r>
              <a:rPr dirty="0"/>
              <a:t>6.</a:t>
            </a:r>
            <a:r>
              <a:rPr spc="-65" dirty="0"/>
              <a:t> </a:t>
            </a:r>
            <a:r>
              <a:rPr dirty="0"/>
              <a:t>Create</a:t>
            </a:r>
            <a:r>
              <a:rPr spc="-50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dirty="0"/>
              <a:t>webpage</a:t>
            </a:r>
            <a:r>
              <a:rPr spc="-45" dirty="0"/>
              <a:t> </a:t>
            </a:r>
            <a:r>
              <a:rPr dirty="0"/>
              <a:t>using</a:t>
            </a:r>
            <a:r>
              <a:rPr spc="-70" dirty="0"/>
              <a:t> </a:t>
            </a:r>
            <a:r>
              <a:rPr dirty="0"/>
              <a:t>nested</a:t>
            </a:r>
            <a:r>
              <a:rPr spc="-50" dirty="0"/>
              <a:t> </a:t>
            </a:r>
            <a:r>
              <a:rPr spc="-20" dirty="0"/>
              <a:t>list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060" y="766570"/>
            <a:ext cx="10438683" cy="597865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6887" y="734948"/>
            <a:ext cx="315722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7.</a:t>
            </a:r>
            <a:r>
              <a:rPr spc="-55" dirty="0"/>
              <a:t> </a:t>
            </a:r>
            <a:r>
              <a:rPr dirty="0"/>
              <a:t>Design</a:t>
            </a:r>
            <a:r>
              <a:rPr spc="-4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20" dirty="0"/>
              <a:t>given</a:t>
            </a:r>
          </a:p>
          <a:p>
            <a:pPr marL="12700">
              <a:lnSpc>
                <a:spcPct val="100000"/>
              </a:lnSpc>
              <a:spcBef>
                <a:spcPts val="3365"/>
              </a:spcBef>
            </a:pPr>
            <a:r>
              <a:rPr dirty="0"/>
              <a:t>web</a:t>
            </a:r>
            <a:r>
              <a:rPr spc="-60" dirty="0"/>
              <a:t> </a:t>
            </a:r>
            <a:r>
              <a:rPr spc="-20" dirty="0"/>
              <a:t>page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08633" y="247144"/>
            <a:ext cx="4581799" cy="63071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6687</Words>
  <Application>Microsoft Office PowerPoint</Application>
  <PresentationFormat>Widescreen</PresentationFormat>
  <Paragraphs>849</Paragraphs>
  <Slides>97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6" baseType="lpstr">
      <vt:lpstr>Calibri</vt:lpstr>
      <vt:lpstr>Cambria</vt:lpstr>
      <vt:lpstr>Comic Sans MS</vt:lpstr>
      <vt:lpstr>Rockwell</vt:lpstr>
      <vt:lpstr>Tahoma</vt:lpstr>
      <vt:lpstr>Times New Roman</vt:lpstr>
      <vt:lpstr>Verdana</vt:lpstr>
      <vt:lpstr>Wingdings</vt:lpstr>
      <vt:lpstr>Office Theme</vt:lpstr>
      <vt:lpstr>Contents</vt:lpstr>
      <vt:lpstr>HTML Tags, Structure, HTML Coding Conventions</vt:lpstr>
      <vt:lpstr>Introduction</vt:lpstr>
      <vt:lpstr>HTML Coding Conventions</vt:lpstr>
      <vt:lpstr>2.Use of Meta tag and Viewport</vt:lpstr>
      <vt:lpstr>PowerPoint Presentation</vt:lpstr>
      <vt:lpstr>First HTML5 Example</vt:lpstr>
      <vt:lpstr>Description</vt:lpstr>
      <vt:lpstr>Headings</vt:lpstr>
      <vt:lpstr>Formatting Text</vt:lpstr>
      <vt:lpstr>PowerPoint Presentation</vt:lpstr>
      <vt:lpstr>PowerPoint Presentation</vt:lpstr>
      <vt:lpstr>Setting Font Style</vt:lpstr>
      <vt:lpstr>Setting Font and Colors</vt:lpstr>
      <vt:lpstr>PowerPoint Presentation</vt:lpstr>
      <vt:lpstr>PowerPoint Presentation</vt:lpstr>
      <vt:lpstr>HTML Empty Tags</vt:lpstr>
      <vt:lpstr>Horizontal Rules</vt:lpstr>
      <vt:lpstr>PowerPoint Presentation</vt:lpstr>
      <vt:lpstr>Character References</vt:lpstr>
      <vt:lpstr>PowerPoint Presentation</vt:lpstr>
      <vt:lpstr>Image</vt:lpstr>
      <vt:lpstr>PowerPoint Presentation</vt:lpstr>
      <vt:lpstr>PowerPoint Presentation</vt:lpstr>
      <vt:lpstr>List</vt:lpstr>
      <vt:lpstr>Unordered list</vt:lpstr>
      <vt:lpstr>PowerPoint Presentation</vt:lpstr>
      <vt:lpstr>Ordered list</vt:lpstr>
      <vt:lpstr>PowerPoint Presentation</vt:lpstr>
      <vt:lpstr>Nested list</vt:lpstr>
      <vt:lpstr>PowerPoint Presentation</vt:lpstr>
      <vt:lpstr>PowerPoint Presentation</vt:lpstr>
      <vt:lpstr>Table</vt:lpstr>
      <vt:lpstr>PowerPoint Presentation</vt:lpstr>
      <vt:lpstr>&lt;tr&gt;</vt:lpstr>
      <vt:lpstr>PowerPoint Presentation</vt:lpstr>
      <vt:lpstr>Using rowspan and colspan with Tables</vt:lpstr>
      <vt:lpstr>Rowspan</vt:lpstr>
      <vt:lpstr>ColumnSpan</vt:lpstr>
      <vt:lpstr>PowerPoint Presentation</vt:lpstr>
      <vt:lpstr>PowerPoint Presentation</vt:lpstr>
      <vt:lpstr>Linking(hyperlink)</vt:lpstr>
      <vt:lpstr>PowerPoint Presentation</vt:lpstr>
      <vt:lpstr>PowerPoint Presentation</vt:lpstr>
      <vt:lpstr>Hyperlinking to an E-Mail Address</vt:lpstr>
      <vt:lpstr>PowerPoint Presentation</vt:lpstr>
      <vt:lpstr>PowerPoint Presentation</vt:lpstr>
      <vt:lpstr>Link to webpage</vt:lpstr>
      <vt:lpstr>PowerPoint Presentation</vt:lpstr>
      <vt:lpstr>PowerPoint Presentation</vt:lpstr>
      <vt:lpstr>Using Images as Hyperlinks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Internal Linking</vt:lpstr>
      <vt:lpstr>PowerPoint Presentation</vt:lpstr>
      <vt:lpstr>PowerPoint Presentation</vt:lpstr>
      <vt:lpstr>PowerPoint Presentation</vt:lpstr>
      <vt:lpstr>Frames and Frame set in HTML</vt:lpstr>
      <vt:lpstr>PowerPoint Presentation</vt:lpstr>
      <vt:lpstr>PowerPoint Presentation</vt:lpstr>
      <vt:lpstr>Frames in HTML5.0(IFrame)</vt:lpstr>
      <vt:lpstr>PowerPoint Presentation</vt:lpstr>
      <vt:lpstr>PowerPoint Presentation</vt:lpstr>
      <vt:lpstr>home.html</vt:lpstr>
      <vt:lpstr>PowerPoint Presentation</vt:lpstr>
      <vt:lpstr>PowerPoint Presentation</vt:lpstr>
      <vt:lpstr>PowerPoint Presentation</vt:lpstr>
      <vt:lpstr>PowerPoint Presentation</vt:lpstr>
      <vt:lpstr>Media Tags</vt:lpstr>
      <vt:lpstr>&lt;audio&gt;:</vt:lpstr>
      <vt:lpstr>PowerPoint Presentation</vt:lpstr>
      <vt:lpstr>&lt;video&gt;:</vt:lpstr>
      <vt:lpstr>PowerPoint Presentation</vt:lpstr>
      <vt:lpstr>&lt;video&gt; example:</vt:lpstr>
      <vt:lpstr>Block Elements</vt:lpstr>
      <vt:lpstr>PowerPoint Presentation</vt:lpstr>
      <vt:lpstr>Phrasing Elements</vt:lpstr>
      <vt:lpstr>PowerPoint Presentation</vt:lpstr>
      <vt:lpstr>Editing Elements(&lt;ins&gt;, &lt;del&gt;) :</vt:lpstr>
      <vt:lpstr>PowerPoint Presentation</vt:lpstr>
      <vt:lpstr>Code Related Elements</vt:lpstr>
      <vt:lpstr>PowerPoint Presentation</vt:lpstr>
      <vt:lpstr>Page-Structure Elements</vt:lpstr>
      <vt:lpstr>PowerPoint Presentation</vt:lpstr>
      <vt:lpstr>PowerPoint Presentation</vt:lpstr>
      <vt:lpstr>Exercise Problems</vt:lpstr>
      <vt:lpstr>3. Design a below table and fill the data</vt:lpstr>
      <vt:lpstr>4. Create a document representing the following table</vt:lpstr>
      <vt:lpstr>5. Write HTML code to create the table shown in the following figure:</vt:lpstr>
      <vt:lpstr>6. Create a webpage using nested list</vt:lpstr>
      <vt:lpstr>7. Design the given web page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Contents</dc:title>
  <cp:lastModifiedBy>Admin</cp:lastModifiedBy>
  <cp:revision>5</cp:revision>
  <dcterms:created xsi:type="dcterms:W3CDTF">2025-12-06T00:13:47Z</dcterms:created>
  <dcterms:modified xsi:type="dcterms:W3CDTF">2025-12-08T04:20:38Z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2025-12-06T00:00:00Z</vt:filetime>
  </property>
  <property fmtid="{D5CDD505-2E9C-101B-9397-08002B2CF9AE}" pid="3" name="LastSaved">
    <vt:filetime>2025-12-06T00:00:00Z</vt:filetime>
  </property>
  <property fmtid="{D5CDD505-2E9C-101B-9397-08002B2CF9AE}" pid="4" name="Producer">
    <vt:lpwstr>iLovePDF</vt:lpwstr>
  </property>
</Properties>
</file>